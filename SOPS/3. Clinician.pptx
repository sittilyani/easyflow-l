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4"/>
  </p:sldMasterIdLst>
  <p:notesMasterIdLst>
    <p:notesMasterId r:id="rId10"/>
  </p:notesMasterIdLst>
  <p:sldIdLst>
    <p:sldId id="2147476128" r:id="rId5"/>
    <p:sldId id="2147476129" r:id="rId6"/>
    <p:sldId id="2147476130" r:id="rId7"/>
    <p:sldId id="2147476131" r:id="rId8"/>
    <p:sldId id="286" r:id="rId9"/>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2222A33-5A5E-70CE-A0A7-7F321AA47E1D}" name="Dr. Catherine Njigua" initials="CN" userId="S::Catherine.Njigua@lvcthealth.org::5b5ee608-4753-4c11-89f8-922fc9179e6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bert Kimathi" initials="RK" lastIdx="1" clrIdx="0">
    <p:extLst>
      <p:ext uri="{19B8F6BF-5375-455C-9EA6-DF929625EA0E}">
        <p15:presenceInfo xmlns:p15="http://schemas.microsoft.com/office/powerpoint/2012/main" userId="S-1-5-21-941697188-663216501-4271533306-158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80900" autoAdjust="0"/>
  </p:normalViewPr>
  <p:slideViewPr>
    <p:cSldViewPr snapToGrid="0">
      <p:cViewPr varScale="1">
        <p:scale>
          <a:sx n="63" d="100"/>
          <a:sy n="63" d="100"/>
        </p:scale>
        <p:origin x="6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6F83AF51-81EC-4D4E-8E29-5A348A226F70}" type="datetimeFigureOut">
              <a:rPr lang="en-US" smtClean="0"/>
              <a:t>2025-10-21</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4513CFAE-12A7-4AB9-AF60-93C8B562953B}" type="slidenum">
              <a:rPr lang="en-US" smtClean="0"/>
              <a:t>‹#›</a:t>
            </a:fld>
            <a:endParaRPr lang="en-US"/>
          </a:p>
        </p:txBody>
      </p:sp>
    </p:spTree>
    <p:extLst>
      <p:ext uri="{BB962C8B-B14F-4D97-AF65-F5344CB8AC3E}">
        <p14:creationId xmlns:p14="http://schemas.microsoft.com/office/powerpoint/2010/main" val="16441850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55B80-8245-47E7-8F92-F87F087C9885}"/>
              </a:ext>
            </a:extLst>
          </p:cNvPr>
          <p:cNvSpPr>
            <a:spLocks noGrp="1"/>
          </p:cNvSpPr>
          <p:nvPr>
            <p:ph type="ctrTitle"/>
          </p:nvPr>
        </p:nvSpPr>
        <p:spPr>
          <a:xfrm>
            <a:off x="1524000" y="1271847"/>
            <a:ext cx="9144000" cy="2238116"/>
          </a:xfrm>
        </p:spPr>
        <p:txBody>
          <a:bodyPr anchor="b"/>
          <a:lstStyle>
            <a:lvl1pPr algn="ctr">
              <a:defRPr sz="6000" b="1"/>
            </a:lvl1pPr>
          </a:lstStyle>
          <a:p>
            <a:r>
              <a:rPr lang="en-US" dirty="0"/>
              <a:t>Click to edit Master title style</a:t>
            </a:r>
            <a:endParaRPr lang="en-KE" dirty="0"/>
          </a:p>
        </p:txBody>
      </p:sp>
      <p:sp>
        <p:nvSpPr>
          <p:cNvPr id="3" name="Subtitle 2">
            <a:extLst>
              <a:ext uri="{FF2B5EF4-FFF2-40B4-BE49-F238E27FC236}">
                <a16:creationId xmlns:a16="http://schemas.microsoft.com/office/drawing/2014/main" id="{7F162DC4-E5B4-4D8F-9EE1-85181E5C3177}"/>
              </a:ext>
            </a:extLst>
          </p:cNvPr>
          <p:cNvSpPr>
            <a:spLocks noGrp="1"/>
          </p:cNvSpPr>
          <p:nvPr>
            <p:ph type="subTitle" idx="1"/>
          </p:nvPr>
        </p:nvSpPr>
        <p:spPr>
          <a:xfrm>
            <a:off x="1524000" y="3602038"/>
            <a:ext cx="9144000" cy="1485351"/>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KE" dirty="0"/>
          </a:p>
        </p:txBody>
      </p:sp>
      <p:sp>
        <p:nvSpPr>
          <p:cNvPr id="4" name="Date Placeholder 3">
            <a:extLst>
              <a:ext uri="{FF2B5EF4-FFF2-40B4-BE49-F238E27FC236}">
                <a16:creationId xmlns:a16="http://schemas.microsoft.com/office/drawing/2014/main" id="{D030AF6A-FC03-4F1A-B131-628A157A630B}"/>
              </a:ext>
            </a:extLst>
          </p:cNvPr>
          <p:cNvSpPr>
            <a:spLocks noGrp="1"/>
          </p:cNvSpPr>
          <p:nvPr>
            <p:ph type="dt" sz="half" idx="10"/>
          </p:nvPr>
        </p:nvSpPr>
        <p:spPr/>
        <p:txBody>
          <a:bodyPr/>
          <a:lstStyle/>
          <a:p>
            <a:fld id="{24CD28B1-3EBF-444E-96D9-98847E37A88A}" type="datetimeFigureOut">
              <a:rPr lang="en-KE" smtClean="0"/>
              <a:t>10/21/2025</a:t>
            </a:fld>
            <a:endParaRPr lang="en-KE"/>
          </a:p>
        </p:txBody>
      </p:sp>
      <p:sp>
        <p:nvSpPr>
          <p:cNvPr id="5" name="Footer Placeholder 4">
            <a:extLst>
              <a:ext uri="{FF2B5EF4-FFF2-40B4-BE49-F238E27FC236}">
                <a16:creationId xmlns:a16="http://schemas.microsoft.com/office/drawing/2014/main" id="{70C34169-BF00-46FC-B1CD-D629625EB418}"/>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2C839D16-34D6-4868-8763-C27671DCD4F3}"/>
              </a:ext>
            </a:extLst>
          </p:cNvPr>
          <p:cNvSpPr>
            <a:spLocks noGrp="1"/>
          </p:cNvSpPr>
          <p:nvPr>
            <p:ph type="sldNum" sz="quarter" idx="12"/>
          </p:nvPr>
        </p:nvSpPr>
        <p:spPr/>
        <p:txBody>
          <a:bodyPr/>
          <a:lstStyle/>
          <a:p>
            <a:fld id="{F3C698CF-4363-4E27-A966-BBBA35FE34FA}" type="slidenum">
              <a:rPr lang="en-KE" smtClean="0"/>
              <a:t>‹#›</a:t>
            </a:fld>
            <a:endParaRPr lang="en-KE"/>
          </a:p>
        </p:txBody>
      </p:sp>
      <p:pic>
        <p:nvPicPr>
          <p:cNvPr id="7" name="Picture 6">
            <a:extLst>
              <a:ext uri="{FF2B5EF4-FFF2-40B4-BE49-F238E27FC236}">
                <a16:creationId xmlns:a16="http://schemas.microsoft.com/office/drawing/2014/main" id="{98D0AF1E-40D9-404C-99ED-05D50E0B8294}"/>
              </a:ext>
            </a:extLst>
          </p:cNvPr>
          <p:cNvPicPr>
            <a:picLocks noChangeAspect="1"/>
          </p:cNvPicPr>
          <p:nvPr userDrawn="1"/>
        </p:nvPicPr>
        <p:blipFill>
          <a:blip r:embed="rId2"/>
          <a:stretch>
            <a:fillRect/>
          </a:stretch>
        </p:blipFill>
        <p:spPr>
          <a:xfrm>
            <a:off x="0" y="0"/>
            <a:ext cx="264463" cy="6858000"/>
          </a:xfrm>
          <a:prstGeom prst="rect">
            <a:avLst/>
          </a:prstGeom>
        </p:spPr>
      </p:pic>
      <p:pic>
        <p:nvPicPr>
          <p:cNvPr id="8" name="Picture 7">
            <a:extLst>
              <a:ext uri="{FF2B5EF4-FFF2-40B4-BE49-F238E27FC236}">
                <a16:creationId xmlns:a16="http://schemas.microsoft.com/office/drawing/2014/main" id="{4DB5499F-4121-487D-A4A2-C8592EB23EB9}"/>
              </a:ext>
            </a:extLst>
          </p:cNvPr>
          <p:cNvPicPr>
            <a:picLocks noChangeAspect="1"/>
          </p:cNvPicPr>
          <p:nvPr userDrawn="1"/>
        </p:nvPicPr>
        <p:blipFill>
          <a:blip r:embed="rId3"/>
          <a:stretch>
            <a:fillRect/>
          </a:stretch>
        </p:blipFill>
        <p:spPr>
          <a:xfrm>
            <a:off x="9202150" y="4913144"/>
            <a:ext cx="2798696" cy="1944856"/>
          </a:xfrm>
          <a:prstGeom prst="rect">
            <a:avLst/>
          </a:prstGeom>
        </p:spPr>
      </p:pic>
      <p:pic>
        <p:nvPicPr>
          <p:cNvPr id="10" name="Picture 5" descr="Picture 5">
            <a:extLst>
              <a:ext uri="{FF2B5EF4-FFF2-40B4-BE49-F238E27FC236}">
                <a16:creationId xmlns:a16="http://schemas.microsoft.com/office/drawing/2014/main" id="{DC3B5A27-1D4C-4ABD-8F90-8FDBF56D760D}"/>
              </a:ext>
            </a:extLst>
          </p:cNvPr>
          <p:cNvPicPr>
            <a:picLocks noChangeAspect="1"/>
          </p:cNvPicPr>
          <p:nvPr userDrawn="1"/>
        </p:nvPicPr>
        <p:blipFill rotWithShape="1">
          <a:blip r:embed="rId4"/>
          <a:srcRect b="77755"/>
          <a:stretch/>
        </p:blipFill>
        <p:spPr>
          <a:xfrm>
            <a:off x="-321" y="0"/>
            <a:ext cx="12192321" cy="1463040"/>
          </a:xfrm>
          <a:prstGeom prst="rect">
            <a:avLst/>
          </a:prstGeom>
          <a:ln w="12700">
            <a:miter lim="400000"/>
          </a:ln>
        </p:spPr>
      </p:pic>
    </p:spTree>
    <p:extLst>
      <p:ext uri="{BB962C8B-B14F-4D97-AF65-F5344CB8AC3E}">
        <p14:creationId xmlns:p14="http://schemas.microsoft.com/office/powerpoint/2010/main" val="8473046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3FD0E-F289-4739-B51D-93D8ECB49EAC}"/>
              </a:ext>
            </a:extLst>
          </p:cNvPr>
          <p:cNvSpPr>
            <a:spLocks noGrp="1"/>
          </p:cNvSpPr>
          <p:nvPr>
            <p:ph type="title"/>
          </p:nvPr>
        </p:nvSpPr>
        <p:spPr/>
        <p:txBody>
          <a:bodyPr/>
          <a:lstStyle>
            <a:lvl1pPr>
              <a:defRPr b="1">
                <a:solidFill>
                  <a:srgbClr val="7030A0"/>
                </a:solidFill>
              </a:defRPr>
            </a:lvl1pPr>
          </a:lstStyle>
          <a:p>
            <a:r>
              <a:rPr lang="en-US" dirty="0"/>
              <a:t>Click to edit Master title style</a:t>
            </a:r>
            <a:endParaRPr lang="en-KE" dirty="0"/>
          </a:p>
        </p:txBody>
      </p:sp>
      <p:sp>
        <p:nvSpPr>
          <p:cNvPr id="3" name="Content Placeholder 2">
            <a:extLst>
              <a:ext uri="{FF2B5EF4-FFF2-40B4-BE49-F238E27FC236}">
                <a16:creationId xmlns:a16="http://schemas.microsoft.com/office/drawing/2014/main" id="{07DB4E9A-8FFE-4CA1-8B41-D5C450A4FD54}"/>
              </a:ext>
            </a:extLst>
          </p:cNvPr>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KE" dirty="0"/>
          </a:p>
        </p:txBody>
      </p:sp>
      <p:sp>
        <p:nvSpPr>
          <p:cNvPr id="4" name="Date Placeholder 3">
            <a:extLst>
              <a:ext uri="{FF2B5EF4-FFF2-40B4-BE49-F238E27FC236}">
                <a16:creationId xmlns:a16="http://schemas.microsoft.com/office/drawing/2014/main" id="{C3C97476-FECE-4719-B009-0D255D21E7C6}"/>
              </a:ext>
            </a:extLst>
          </p:cNvPr>
          <p:cNvSpPr>
            <a:spLocks noGrp="1"/>
          </p:cNvSpPr>
          <p:nvPr>
            <p:ph type="dt" sz="half" idx="10"/>
          </p:nvPr>
        </p:nvSpPr>
        <p:spPr/>
        <p:txBody>
          <a:bodyPr/>
          <a:lstStyle/>
          <a:p>
            <a:fld id="{24CD28B1-3EBF-444E-96D9-98847E37A88A}" type="datetimeFigureOut">
              <a:rPr lang="en-KE" smtClean="0"/>
              <a:t>10/21/2025</a:t>
            </a:fld>
            <a:endParaRPr lang="en-KE"/>
          </a:p>
        </p:txBody>
      </p:sp>
      <p:sp>
        <p:nvSpPr>
          <p:cNvPr id="5" name="Footer Placeholder 4">
            <a:extLst>
              <a:ext uri="{FF2B5EF4-FFF2-40B4-BE49-F238E27FC236}">
                <a16:creationId xmlns:a16="http://schemas.microsoft.com/office/drawing/2014/main" id="{6522D34D-2E6E-441E-B9DA-CF6D02F7C927}"/>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137853D1-F052-40DE-96A6-B0653876A81C}"/>
              </a:ext>
            </a:extLst>
          </p:cNvPr>
          <p:cNvSpPr>
            <a:spLocks noGrp="1"/>
          </p:cNvSpPr>
          <p:nvPr>
            <p:ph type="sldNum" sz="quarter" idx="12"/>
          </p:nvPr>
        </p:nvSpPr>
        <p:spPr/>
        <p:txBody>
          <a:bodyPr/>
          <a:lstStyle/>
          <a:p>
            <a:fld id="{F3C698CF-4363-4E27-A966-BBBA35FE34FA}" type="slidenum">
              <a:rPr lang="en-KE" smtClean="0"/>
              <a:t>‹#›</a:t>
            </a:fld>
            <a:endParaRPr lang="en-KE"/>
          </a:p>
        </p:txBody>
      </p:sp>
      <p:pic>
        <p:nvPicPr>
          <p:cNvPr id="7" name="Image" descr="Image">
            <a:extLst>
              <a:ext uri="{FF2B5EF4-FFF2-40B4-BE49-F238E27FC236}">
                <a16:creationId xmlns:a16="http://schemas.microsoft.com/office/drawing/2014/main" id="{F73F8EB9-9FCB-414F-9387-E8AD62548EF4}"/>
              </a:ext>
            </a:extLst>
          </p:cNvPr>
          <p:cNvPicPr>
            <a:picLocks noChangeAspect="1"/>
          </p:cNvPicPr>
          <p:nvPr userDrawn="1"/>
        </p:nvPicPr>
        <p:blipFill>
          <a:blip r:embed="rId2"/>
          <a:stretch>
            <a:fillRect/>
          </a:stretch>
        </p:blipFill>
        <p:spPr>
          <a:xfrm>
            <a:off x="-3792" y="0"/>
            <a:ext cx="263005" cy="6953164"/>
          </a:xfrm>
          <a:prstGeom prst="rect">
            <a:avLst/>
          </a:prstGeom>
          <a:ln w="12700">
            <a:miter lim="400000"/>
          </a:ln>
        </p:spPr>
      </p:pic>
      <p:pic>
        <p:nvPicPr>
          <p:cNvPr id="8" name="Picture 7">
            <a:extLst>
              <a:ext uri="{FF2B5EF4-FFF2-40B4-BE49-F238E27FC236}">
                <a16:creationId xmlns:a16="http://schemas.microsoft.com/office/drawing/2014/main" id="{A3F57C81-0622-4D7E-88A8-9437FD558765}"/>
              </a:ext>
            </a:extLst>
          </p:cNvPr>
          <p:cNvPicPr>
            <a:picLocks noChangeAspect="1"/>
          </p:cNvPicPr>
          <p:nvPr userDrawn="1"/>
        </p:nvPicPr>
        <p:blipFill>
          <a:blip r:embed="rId3"/>
          <a:stretch>
            <a:fillRect/>
          </a:stretch>
        </p:blipFill>
        <p:spPr>
          <a:xfrm>
            <a:off x="10912341" y="0"/>
            <a:ext cx="1279659" cy="889255"/>
          </a:xfrm>
          <a:prstGeom prst="rect">
            <a:avLst/>
          </a:prstGeom>
        </p:spPr>
      </p:pic>
    </p:spTree>
    <p:extLst>
      <p:ext uri="{BB962C8B-B14F-4D97-AF65-F5344CB8AC3E}">
        <p14:creationId xmlns:p14="http://schemas.microsoft.com/office/powerpoint/2010/main" val="3062863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F1821-35C3-49C0-ADB0-3A2917504F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KE"/>
          </a:p>
        </p:txBody>
      </p:sp>
      <p:sp>
        <p:nvSpPr>
          <p:cNvPr id="3" name="Text Placeholder 2">
            <a:extLst>
              <a:ext uri="{FF2B5EF4-FFF2-40B4-BE49-F238E27FC236}">
                <a16:creationId xmlns:a16="http://schemas.microsoft.com/office/drawing/2014/main" id="{1A063AAC-F1E6-4E18-91BF-B6280C3D7D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9CEE087-7AD0-4D75-B56C-C4360323A468}"/>
              </a:ext>
            </a:extLst>
          </p:cNvPr>
          <p:cNvSpPr>
            <a:spLocks noGrp="1"/>
          </p:cNvSpPr>
          <p:nvPr>
            <p:ph type="dt" sz="half" idx="10"/>
          </p:nvPr>
        </p:nvSpPr>
        <p:spPr/>
        <p:txBody>
          <a:bodyPr/>
          <a:lstStyle/>
          <a:p>
            <a:fld id="{24CD28B1-3EBF-444E-96D9-98847E37A88A}" type="datetimeFigureOut">
              <a:rPr lang="en-KE" smtClean="0"/>
              <a:t>10/21/2025</a:t>
            </a:fld>
            <a:endParaRPr lang="en-KE"/>
          </a:p>
        </p:txBody>
      </p:sp>
      <p:sp>
        <p:nvSpPr>
          <p:cNvPr id="5" name="Footer Placeholder 4">
            <a:extLst>
              <a:ext uri="{FF2B5EF4-FFF2-40B4-BE49-F238E27FC236}">
                <a16:creationId xmlns:a16="http://schemas.microsoft.com/office/drawing/2014/main" id="{1AD648FB-9936-4D87-B1F3-599FCBFB09EC}"/>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A535C08F-9069-4252-A1A8-5F1A62D09B40}"/>
              </a:ext>
            </a:extLst>
          </p:cNvPr>
          <p:cNvSpPr>
            <a:spLocks noGrp="1"/>
          </p:cNvSpPr>
          <p:nvPr>
            <p:ph type="sldNum" sz="quarter" idx="12"/>
          </p:nvPr>
        </p:nvSpPr>
        <p:spPr/>
        <p:txBody>
          <a:bodyPr/>
          <a:lstStyle/>
          <a:p>
            <a:fld id="{F3C698CF-4363-4E27-A966-BBBA35FE34FA}" type="slidenum">
              <a:rPr lang="en-KE" smtClean="0"/>
              <a:t>‹#›</a:t>
            </a:fld>
            <a:endParaRPr lang="en-KE"/>
          </a:p>
        </p:txBody>
      </p:sp>
      <p:pic>
        <p:nvPicPr>
          <p:cNvPr id="7" name="Image" descr="Image">
            <a:extLst>
              <a:ext uri="{FF2B5EF4-FFF2-40B4-BE49-F238E27FC236}">
                <a16:creationId xmlns:a16="http://schemas.microsoft.com/office/drawing/2014/main" id="{2279C091-2B0A-44A6-8006-E7C9D509443A}"/>
              </a:ext>
            </a:extLst>
          </p:cNvPr>
          <p:cNvPicPr>
            <a:picLocks noChangeAspect="1"/>
          </p:cNvPicPr>
          <p:nvPr userDrawn="1"/>
        </p:nvPicPr>
        <p:blipFill>
          <a:blip r:embed="rId2"/>
          <a:stretch>
            <a:fillRect/>
          </a:stretch>
        </p:blipFill>
        <p:spPr>
          <a:xfrm>
            <a:off x="-3792" y="0"/>
            <a:ext cx="263005" cy="6953164"/>
          </a:xfrm>
          <a:prstGeom prst="rect">
            <a:avLst/>
          </a:prstGeom>
          <a:ln w="12700">
            <a:miter lim="400000"/>
          </a:ln>
        </p:spPr>
      </p:pic>
      <p:pic>
        <p:nvPicPr>
          <p:cNvPr id="8" name="Picture 7">
            <a:extLst>
              <a:ext uri="{FF2B5EF4-FFF2-40B4-BE49-F238E27FC236}">
                <a16:creationId xmlns:a16="http://schemas.microsoft.com/office/drawing/2014/main" id="{34E5DECD-E0DF-42B3-9FAB-1697FE85FDAA}"/>
              </a:ext>
            </a:extLst>
          </p:cNvPr>
          <p:cNvPicPr>
            <a:picLocks noChangeAspect="1"/>
          </p:cNvPicPr>
          <p:nvPr userDrawn="1"/>
        </p:nvPicPr>
        <p:blipFill>
          <a:blip r:embed="rId3"/>
          <a:stretch>
            <a:fillRect/>
          </a:stretch>
        </p:blipFill>
        <p:spPr>
          <a:xfrm>
            <a:off x="10912341" y="0"/>
            <a:ext cx="1279659" cy="889255"/>
          </a:xfrm>
          <a:prstGeom prst="rect">
            <a:avLst/>
          </a:prstGeom>
        </p:spPr>
      </p:pic>
    </p:spTree>
    <p:extLst>
      <p:ext uri="{BB962C8B-B14F-4D97-AF65-F5344CB8AC3E}">
        <p14:creationId xmlns:p14="http://schemas.microsoft.com/office/powerpoint/2010/main" val="2390124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6F139-57A0-493E-BE47-EE804F1EAE56}"/>
              </a:ext>
            </a:extLst>
          </p:cNvPr>
          <p:cNvSpPr>
            <a:spLocks noGrp="1"/>
          </p:cNvSpPr>
          <p:nvPr>
            <p:ph type="title"/>
          </p:nvPr>
        </p:nvSpPr>
        <p:spPr/>
        <p:txBody>
          <a:bodyPr>
            <a:normAutofit/>
          </a:bodyPr>
          <a:lstStyle>
            <a:lvl1pPr algn="l" defTabSz="914400" rtl="0" eaLnBrk="1" latinLnBrk="0" hangingPunct="1">
              <a:lnSpc>
                <a:spcPct val="90000"/>
              </a:lnSpc>
              <a:spcBef>
                <a:spcPct val="0"/>
              </a:spcBef>
              <a:buNone/>
              <a:defRPr lang="en-KE" sz="4400" b="1" kern="1200" dirty="0">
                <a:solidFill>
                  <a:srgbClr val="7030A0"/>
                </a:solidFill>
                <a:latin typeface="+mj-lt"/>
                <a:ea typeface="+mj-ea"/>
                <a:cs typeface="+mj-cs"/>
              </a:defRPr>
            </a:lvl1pPr>
          </a:lstStyle>
          <a:p>
            <a:r>
              <a:rPr lang="en-US" dirty="0"/>
              <a:t>Click to edit Master title style</a:t>
            </a:r>
            <a:endParaRPr lang="en-KE" dirty="0"/>
          </a:p>
        </p:txBody>
      </p:sp>
      <p:sp>
        <p:nvSpPr>
          <p:cNvPr id="3" name="Content Placeholder 2">
            <a:extLst>
              <a:ext uri="{FF2B5EF4-FFF2-40B4-BE49-F238E27FC236}">
                <a16:creationId xmlns:a16="http://schemas.microsoft.com/office/drawing/2014/main" id="{CB716A86-D939-48DD-8302-1A8BBBB576D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Content Placeholder 3">
            <a:extLst>
              <a:ext uri="{FF2B5EF4-FFF2-40B4-BE49-F238E27FC236}">
                <a16:creationId xmlns:a16="http://schemas.microsoft.com/office/drawing/2014/main" id="{31D40F62-65B3-432A-80E8-73E3A539FFC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5" name="Date Placeholder 4">
            <a:extLst>
              <a:ext uri="{FF2B5EF4-FFF2-40B4-BE49-F238E27FC236}">
                <a16:creationId xmlns:a16="http://schemas.microsoft.com/office/drawing/2014/main" id="{5515B12C-60C5-4D68-8CFB-AB9947A44A29}"/>
              </a:ext>
            </a:extLst>
          </p:cNvPr>
          <p:cNvSpPr>
            <a:spLocks noGrp="1"/>
          </p:cNvSpPr>
          <p:nvPr>
            <p:ph type="dt" sz="half" idx="10"/>
          </p:nvPr>
        </p:nvSpPr>
        <p:spPr/>
        <p:txBody>
          <a:bodyPr/>
          <a:lstStyle/>
          <a:p>
            <a:fld id="{24CD28B1-3EBF-444E-96D9-98847E37A88A}" type="datetimeFigureOut">
              <a:rPr lang="en-KE" smtClean="0"/>
              <a:t>10/21/2025</a:t>
            </a:fld>
            <a:endParaRPr lang="en-KE"/>
          </a:p>
        </p:txBody>
      </p:sp>
      <p:sp>
        <p:nvSpPr>
          <p:cNvPr id="6" name="Footer Placeholder 5">
            <a:extLst>
              <a:ext uri="{FF2B5EF4-FFF2-40B4-BE49-F238E27FC236}">
                <a16:creationId xmlns:a16="http://schemas.microsoft.com/office/drawing/2014/main" id="{746FCA30-5EF9-4F3B-9BD1-D18BA7B1C0E7}"/>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0D5FA727-8468-4356-A312-190992E7881D}"/>
              </a:ext>
            </a:extLst>
          </p:cNvPr>
          <p:cNvSpPr>
            <a:spLocks noGrp="1"/>
          </p:cNvSpPr>
          <p:nvPr>
            <p:ph type="sldNum" sz="quarter" idx="12"/>
          </p:nvPr>
        </p:nvSpPr>
        <p:spPr/>
        <p:txBody>
          <a:bodyPr/>
          <a:lstStyle/>
          <a:p>
            <a:fld id="{F3C698CF-4363-4E27-A966-BBBA35FE34FA}" type="slidenum">
              <a:rPr lang="en-KE" smtClean="0"/>
              <a:t>‹#›</a:t>
            </a:fld>
            <a:endParaRPr lang="en-KE"/>
          </a:p>
        </p:txBody>
      </p:sp>
      <p:pic>
        <p:nvPicPr>
          <p:cNvPr id="8" name="Image" descr="Image">
            <a:extLst>
              <a:ext uri="{FF2B5EF4-FFF2-40B4-BE49-F238E27FC236}">
                <a16:creationId xmlns:a16="http://schemas.microsoft.com/office/drawing/2014/main" id="{C058416B-A2CA-4D09-B92A-58AF9FFEE634}"/>
              </a:ext>
            </a:extLst>
          </p:cNvPr>
          <p:cNvPicPr>
            <a:picLocks noChangeAspect="1"/>
          </p:cNvPicPr>
          <p:nvPr userDrawn="1"/>
        </p:nvPicPr>
        <p:blipFill>
          <a:blip r:embed="rId2"/>
          <a:stretch>
            <a:fillRect/>
          </a:stretch>
        </p:blipFill>
        <p:spPr>
          <a:xfrm>
            <a:off x="-3792" y="0"/>
            <a:ext cx="263005" cy="6953164"/>
          </a:xfrm>
          <a:prstGeom prst="rect">
            <a:avLst/>
          </a:prstGeom>
          <a:ln w="12700">
            <a:miter lim="400000"/>
          </a:ln>
        </p:spPr>
      </p:pic>
      <p:pic>
        <p:nvPicPr>
          <p:cNvPr id="9" name="Picture 8">
            <a:extLst>
              <a:ext uri="{FF2B5EF4-FFF2-40B4-BE49-F238E27FC236}">
                <a16:creationId xmlns:a16="http://schemas.microsoft.com/office/drawing/2014/main" id="{92A2D680-560D-4815-B7C6-3A3F68CF8723}"/>
              </a:ext>
            </a:extLst>
          </p:cNvPr>
          <p:cNvPicPr>
            <a:picLocks noChangeAspect="1"/>
          </p:cNvPicPr>
          <p:nvPr userDrawn="1"/>
        </p:nvPicPr>
        <p:blipFill>
          <a:blip r:embed="rId3"/>
          <a:stretch>
            <a:fillRect/>
          </a:stretch>
        </p:blipFill>
        <p:spPr>
          <a:xfrm>
            <a:off x="10912341" y="0"/>
            <a:ext cx="1279659" cy="889255"/>
          </a:xfrm>
          <a:prstGeom prst="rect">
            <a:avLst/>
          </a:prstGeom>
        </p:spPr>
      </p:pic>
    </p:spTree>
    <p:extLst>
      <p:ext uri="{BB962C8B-B14F-4D97-AF65-F5344CB8AC3E}">
        <p14:creationId xmlns:p14="http://schemas.microsoft.com/office/powerpoint/2010/main" val="869526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29E82-0737-4810-8AEF-90F656AE3EEF}"/>
              </a:ext>
            </a:extLst>
          </p:cNvPr>
          <p:cNvSpPr>
            <a:spLocks noGrp="1"/>
          </p:cNvSpPr>
          <p:nvPr>
            <p:ph type="title"/>
          </p:nvPr>
        </p:nvSpPr>
        <p:spPr>
          <a:xfrm>
            <a:off x="839788" y="365125"/>
            <a:ext cx="10515600" cy="1325563"/>
          </a:xfrm>
        </p:spPr>
        <p:txBody>
          <a:bodyPr>
            <a:normAutofit/>
          </a:bodyPr>
          <a:lstStyle>
            <a:lvl1pPr algn="l" defTabSz="914400" rtl="0" eaLnBrk="1" latinLnBrk="0" hangingPunct="1">
              <a:lnSpc>
                <a:spcPct val="90000"/>
              </a:lnSpc>
              <a:spcBef>
                <a:spcPct val="0"/>
              </a:spcBef>
              <a:buNone/>
              <a:defRPr lang="en-KE" sz="4400" b="1" kern="1200" dirty="0">
                <a:solidFill>
                  <a:srgbClr val="7030A0"/>
                </a:solidFill>
                <a:latin typeface="+mj-lt"/>
                <a:ea typeface="+mj-ea"/>
                <a:cs typeface="+mj-cs"/>
              </a:defRPr>
            </a:lvl1pPr>
          </a:lstStyle>
          <a:p>
            <a:r>
              <a:rPr lang="en-US" dirty="0"/>
              <a:t>Click to edit Master title style</a:t>
            </a:r>
            <a:endParaRPr lang="en-KE" dirty="0"/>
          </a:p>
        </p:txBody>
      </p:sp>
      <p:sp>
        <p:nvSpPr>
          <p:cNvPr id="3" name="Text Placeholder 2">
            <a:extLst>
              <a:ext uri="{FF2B5EF4-FFF2-40B4-BE49-F238E27FC236}">
                <a16:creationId xmlns:a16="http://schemas.microsoft.com/office/drawing/2014/main" id="{1F9BAEAB-C836-4593-8A76-9689F9765A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2820AF5-1282-46CF-A314-21F17AADC1E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5" name="Text Placeholder 4">
            <a:extLst>
              <a:ext uri="{FF2B5EF4-FFF2-40B4-BE49-F238E27FC236}">
                <a16:creationId xmlns:a16="http://schemas.microsoft.com/office/drawing/2014/main" id="{BAF5AA7A-827C-4FF1-B780-0D2AF953D3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4260CBC-06F1-46CD-9136-071D09E10C1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7" name="Date Placeholder 6">
            <a:extLst>
              <a:ext uri="{FF2B5EF4-FFF2-40B4-BE49-F238E27FC236}">
                <a16:creationId xmlns:a16="http://schemas.microsoft.com/office/drawing/2014/main" id="{0883A9D4-5EAA-424C-AFFD-4841EECA5048}"/>
              </a:ext>
            </a:extLst>
          </p:cNvPr>
          <p:cNvSpPr>
            <a:spLocks noGrp="1"/>
          </p:cNvSpPr>
          <p:nvPr>
            <p:ph type="dt" sz="half" idx="10"/>
          </p:nvPr>
        </p:nvSpPr>
        <p:spPr/>
        <p:txBody>
          <a:bodyPr/>
          <a:lstStyle/>
          <a:p>
            <a:fld id="{24CD28B1-3EBF-444E-96D9-98847E37A88A}" type="datetimeFigureOut">
              <a:rPr lang="en-KE" smtClean="0"/>
              <a:t>10/21/2025</a:t>
            </a:fld>
            <a:endParaRPr lang="en-KE"/>
          </a:p>
        </p:txBody>
      </p:sp>
      <p:sp>
        <p:nvSpPr>
          <p:cNvPr id="8" name="Footer Placeholder 7">
            <a:extLst>
              <a:ext uri="{FF2B5EF4-FFF2-40B4-BE49-F238E27FC236}">
                <a16:creationId xmlns:a16="http://schemas.microsoft.com/office/drawing/2014/main" id="{6C21A1EF-2EA6-422D-94D6-5AC1A799DDD3}"/>
              </a:ext>
            </a:extLst>
          </p:cNvPr>
          <p:cNvSpPr>
            <a:spLocks noGrp="1"/>
          </p:cNvSpPr>
          <p:nvPr>
            <p:ph type="ftr" sz="quarter" idx="11"/>
          </p:nvPr>
        </p:nvSpPr>
        <p:spPr/>
        <p:txBody>
          <a:bodyPr/>
          <a:lstStyle/>
          <a:p>
            <a:endParaRPr lang="en-KE"/>
          </a:p>
        </p:txBody>
      </p:sp>
      <p:sp>
        <p:nvSpPr>
          <p:cNvPr id="9" name="Slide Number Placeholder 8">
            <a:extLst>
              <a:ext uri="{FF2B5EF4-FFF2-40B4-BE49-F238E27FC236}">
                <a16:creationId xmlns:a16="http://schemas.microsoft.com/office/drawing/2014/main" id="{81047C56-B60C-4C41-8A73-F94363E8B6A6}"/>
              </a:ext>
            </a:extLst>
          </p:cNvPr>
          <p:cNvSpPr>
            <a:spLocks noGrp="1"/>
          </p:cNvSpPr>
          <p:nvPr>
            <p:ph type="sldNum" sz="quarter" idx="12"/>
          </p:nvPr>
        </p:nvSpPr>
        <p:spPr/>
        <p:txBody>
          <a:bodyPr/>
          <a:lstStyle/>
          <a:p>
            <a:fld id="{F3C698CF-4363-4E27-A966-BBBA35FE34FA}" type="slidenum">
              <a:rPr lang="en-KE" smtClean="0"/>
              <a:t>‹#›</a:t>
            </a:fld>
            <a:endParaRPr lang="en-KE"/>
          </a:p>
        </p:txBody>
      </p:sp>
      <p:pic>
        <p:nvPicPr>
          <p:cNvPr id="10" name="Image" descr="Image">
            <a:extLst>
              <a:ext uri="{FF2B5EF4-FFF2-40B4-BE49-F238E27FC236}">
                <a16:creationId xmlns:a16="http://schemas.microsoft.com/office/drawing/2014/main" id="{9B74161D-E423-48B1-92BC-DE91E57F2F6A}"/>
              </a:ext>
            </a:extLst>
          </p:cNvPr>
          <p:cNvPicPr>
            <a:picLocks noChangeAspect="1"/>
          </p:cNvPicPr>
          <p:nvPr userDrawn="1"/>
        </p:nvPicPr>
        <p:blipFill>
          <a:blip r:embed="rId2"/>
          <a:stretch>
            <a:fillRect/>
          </a:stretch>
        </p:blipFill>
        <p:spPr>
          <a:xfrm>
            <a:off x="-3792" y="0"/>
            <a:ext cx="263005" cy="6953164"/>
          </a:xfrm>
          <a:prstGeom prst="rect">
            <a:avLst/>
          </a:prstGeom>
          <a:ln w="12700">
            <a:miter lim="400000"/>
          </a:ln>
        </p:spPr>
      </p:pic>
      <p:pic>
        <p:nvPicPr>
          <p:cNvPr id="11" name="Picture 10">
            <a:extLst>
              <a:ext uri="{FF2B5EF4-FFF2-40B4-BE49-F238E27FC236}">
                <a16:creationId xmlns:a16="http://schemas.microsoft.com/office/drawing/2014/main" id="{1652F5BD-6887-46AF-A4B2-BF6A315746FF}"/>
              </a:ext>
            </a:extLst>
          </p:cNvPr>
          <p:cNvPicPr>
            <a:picLocks noChangeAspect="1"/>
          </p:cNvPicPr>
          <p:nvPr userDrawn="1"/>
        </p:nvPicPr>
        <p:blipFill>
          <a:blip r:embed="rId3"/>
          <a:stretch>
            <a:fillRect/>
          </a:stretch>
        </p:blipFill>
        <p:spPr>
          <a:xfrm>
            <a:off x="10912341" y="0"/>
            <a:ext cx="1279659" cy="889255"/>
          </a:xfrm>
          <a:prstGeom prst="rect">
            <a:avLst/>
          </a:prstGeom>
        </p:spPr>
      </p:pic>
    </p:spTree>
    <p:extLst>
      <p:ext uri="{BB962C8B-B14F-4D97-AF65-F5344CB8AC3E}">
        <p14:creationId xmlns:p14="http://schemas.microsoft.com/office/powerpoint/2010/main" val="3843010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3F251-8FAA-4EFB-8EFC-BCE95D2F6149}"/>
              </a:ext>
            </a:extLst>
          </p:cNvPr>
          <p:cNvSpPr>
            <a:spLocks noGrp="1"/>
          </p:cNvSpPr>
          <p:nvPr>
            <p:ph type="title"/>
          </p:nvPr>
        </p:nvSpPr>
        <p:spPr/>
        <p:txBody>
          <a:bodyPr>
            <a:normAutofit/>
          </a:bodyPr>
          <a:lstStyle>
            <a:lvl1pPr>
              <a:defRPr lang="en-KE" sz="4400" b="1" kern="1200" dirty="0">
                <a:solidFill>
                  <a:srgbClr val="7030A0"/>
                </a:solidFill>
                <a:latin typeface="+mj-lt"/>
                <a:ea typeface="+mj-ea"/>
                <a:cs typeface="+mj-cs"/>
              </a:defRPr>
            </a:lvl1pPr>
          </a:lstStyle>
          <a:p>
            <a:r>
              <a:rPr lang="en-US" dirty="0"/>
              <a:t>Click to edit Master title style</a:t>
            </a:r>
            <a:endParaRPr lang="en-KE" dirty="0"/>
          </a:p>
        </p:txBody>
      </p:sp>
      <p:sp>
        <p:nvSpPr>
          <p:cNvPr id="3" name="Date Placeholder 2">
            <a:extLst>
              <a:ext uri="{FF2B5EF4-FFF2-40B4-BE49-F238E27FC236}">
                <a16:creationId xmlns:a16="http://schemas.microsoft.com/office/drawing/2014/main" id="{CB3A0D1F-75C4-40B9-9470-D230ADEDED5E}"/>
              </a:ext>
            </a:extLst>
          </p:cNvPr>
          <p:cNvSpPr>
            <a:spLocks noGrp="1"/>
          </p:cNvSpPr>
          <p:nvPr>
            <p:ph type="dt" sz="half" idx="10"/>
          </p:nvPr>
        </p:nvSpPr>
        <p:spPr/>
        <p:txBody>
          <a:bodyPr/>
          <a:lstStyle/>
          <a:p>
            <a:fld id="{24CD28B1-3EBF-444E-96D9-98847E37A88A}" type="datetimeFigureOut">
              <a:rPr lang="en-KE" smtClean="0"/>
              <a:t>10/21/2025</a:t>
            </a:fld>
            <a:endParaRPr lang="en-KE"/>
          </a:p>
        </p:txBody>
      </p:sp>
      <p:sp>
        <p:nvSpPr>
          <p:cNvPr id="4" name="Footer Placeholder 3">
            <a:extLst>
              <a:ext uri="{FF2B5EF4-FFF2-40B4-BE49-F238E27FC236}">
                <a16:creationId xmlns:a16="http://schemas.microsoft.com/office/drawing/2014/main" id="{7B0C4358-27B1-4028-A14D-FE8E8E9FAA94}"/>
              </a:ext>
            </a:extLst>
          </p:cNvPr>
          <p:cNvSpPr>
            <a:spLocks noGrp="1"/>
          </p:cNvSpPr>
          <p:nvPr>
            <p:ph type="ftr" sz="quarter" idx="11"/>
          </p:nvPr>
        </p:nvSpPr>
        <p:spPr/>
        <p:txBody>
          <a:bodyPr/>
          <a:lstStyle/>
          <a:p>
            <a:endParaRPr lang="en-KE"/>
          </a:p>
        </p:txBody>
      </p:sp>
      <p:sp>
        <p:nvSpPr>
          <p:cNvPr id="5" name="Slide Number Placeholder 4">
            <a:extLst>
              <a:ext uri="{FF2B5EF4-FFF2-40B4-BE49-F238E27FC236}">
                <a16:creationId xmlns:a16="http://schemas.microsoft.com/office/drawing/2014/main" id="{D9C3B1FF-3F12-4CDF-BC57-CA95DAF7151B}"/>
              </a:ext>
            </a:extLst>
          </p:cNvPr>
          <p:cNvSpPr>
            <a:spLocks noGrp="1"/>
          </p:cNvSpPr>
          <p:nvPr>
            <p:ph type="sldNum" sz="quarter" idx="12"/>
          </p:nvPr>
        </p:nvSpPr>
        <p:spPr/>
        <p:txBody>
          <a:bodyPr/>
          <a:lstStyle/>
          <a:p>
            <a:fld id="{F3C698CF-4363-4E27-A966-BBBA35FE34FA}" type="slidenum">
              <a:rPr lang="en-KE" smtClean="0"/>
              <a:t>‹#›</a:t>
            </a:fld>
            <a:endParaRPr lang="en-KE"/>
          </a:p>
        </p:txBody>
      </p:sp>
      <p:pic>
        <p:nvPicPr>
          <p:cNvPr id="6" name="Image" descr="Image">
            <a:extLst>
              <a:ext uri="{FF2B5EF4-FFF2-40B4-BE49-F238E27FC236}">
                <a16:creationId xmlns:a16="http://schemas.microsoft.com/office/drawing/2014/main" id="{1F44F044-0635-4BB6-B20D-1DEB10A88E3C}"/>
              </a:ext>
            </a:extLst>
          </p:cNvPr>
          <p:cNvPicPr>
            <a:picLocks noChangeAspect="1"/>
          </p:cNvPicPr>
          <p:nvPr userDrawn="1"/>
        </p:nvPicPr>
        <p:blipFill>
          <a:blip r:embed="rId2"/>
          <a:stretch>
            <a:fillRect/>
          </a:stretch>
        </p:blipFill>
        <p:spPr>
          <a:xfrm>
            <a:off x="-3792" y="0"/>
            <a:ext cx="263005" cy="6953164"/>
          </a:xfrm>
          <a:prstGeom prst="rect">
            <a:avLst/>
          </a:prstGeom>
          <a:ln w="12700">
            <a:miter lim="400000"/>
          </a:ln>
        </p:spPr>
      </p:pic>
      <p:pic>
        <p:nvPicPr>
          <p:cNvPr id="7" name="Picture 6">
            <a:extLst>
              <a:ext uri="{FF2B5EF4-FFF2-40B4-BE49-F238E27FC236}">
                <a16:creationId xmlns:a16="http://schemas.microsoft.com/office/drawing/2014/main" id="{3C4E73C6-7374-4F66-8253-7967A969736D}"/>
              </a:ext>
            </a:extLst>
          </p:cNvPr>
          <p:cNvPicPr>
            <a:picLocks noChangeAspect="1"/>
          </p:cNvPicPr>
          <p:nvPr userDrawn="1"/>
        </p:nvPicPr>
        <p:blipFill>
          <a:blip r:embed="rId3"/>
          <a:stretch>
            <a:fillRect/>
          </a:stretch>
        </p:blipFill>
        <p:spPr>
          <a:xfrm>
            <a:off x="10912341" y="0"/>
            <a:ext cx="1279659" cy="889255"/>
          </a:xfrm>
          <a:prstGeom prst="rect">
            <a:avLst/>
          </a:prstGeom>
        </p:spPr>
      </p:pic>
    </p:spTree>
    <p:extLst>
      <p:ext uri="{BB962C8B-B14F-4D97-AF65-F5344CB8AC3E}">
        <p14:creationId xmlns:p14="http://schemas.microsoft.com/office/powerpoint/2010/main" val="249386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9D97ED-B2B1-427D-9E54-525C9F4B4A59}"/>
              </a:ext>
            </a:extLst>
          </p:cNvPr>
          <p:cNvSpPr>
            <a:spLocks noGrp="1"/>
          </p:cNvSpPr>
          <p:nvPr>
            <p:ph type="dt" sz="half" idx="10"/>
          </p:nvPr>
        </p:nvSpPr>
        <p:spPr/>
        <p:txBody>
          <a:bodyPr/>
          <a:lstStyle/>
          <a:p>
            <a:fld id="{24CD28B1-3EBF-444E-96D9-98847E37A88A}" type="datetimeFigureOut">
              <a:rPr lang="en-KE" smtClean="0"/>
              <a:t>10/21/2025</a:t>
            </a:fld>
            <a:endParaRPr lang="en-KE"/>
          </a:p>
        </p:txBody>
      </p:sp>
      <p:sp>
        <p:nvSpPr>
          <p:cNvPr id="3" name="Footer Placeholder 2">
            <a:extLst>
              <a:ext uri="{FF2B5EF4-FFF2-40B4-BE49-F238E27FC236}">
                <a16:creationId xmlns:a16="http://schemas.microsoft.com/office/drawing/2014/main" id="{8FDDBA7D-5461-47AD-9966-4E8F0B7E36EE}"/>
              </a:ext>
            </a:extLst>
          </p:cNvPr>
          <p:cNvSpPr>
            <a:spLocks noGrp="1"/>
          </p:cNvSpPr>
          <p:nvPr>
            <p:ph type="ftr" sz="quarter" idx="11"/>
          </p:nvPr>
        </p:nvSpPr>
        <p:spPr/>
        <p:txBody>
          <a:bodyPr/>
          <a:lstStyle/>
          <a:p>
            <a:endParaRPr lang="en-KE"/>
          </a:p>
        </p:txBody>
      </p:sp>
      <p:sp>
        <p:nvSpPr>
          <p:cNvPr id="4" name="Slide Number Placeholder 3">
            <a:extLst>
              <a:ext uri="{FF2B5EF4-FFF2-40B4-BE49-F238E27FC236}">
                <a16:creationId xmlns:a16="http://schemas.microsoft.com/office/drawing/2014/main" id="{AE377D5D-AEC0-4B63-BCA4-7B1E1E4A735A}"/>
              </a:ext>
            </a:extLst>
          </p:cNvPr>
          <p:cNvSpPr>
            <a:spLocks noGrp="1"/>
          </p:cNvSpPr>
          <p:nvPr>
            <p:ph type="sldNum" sz="quarter" idx="12"/>
          </p:nvPr>
        </p:nvSpPr>
        <p:spPr/>
        <p:txBody>
          <a:bodyPr/>
          <a:lstStyle/>
          <a:p>
            <a:fld id="{F3C698CF-4363-4E27-A966-BBBA35FE34FA}" type="slidenum">
              <a:rPr lang="en-KE" smtClean="0"/>
              <a:t>‹#›</a:t>
            </a:fld>
            <a:endParaRPr lang="en-KE"/>
          </a:p>
        </p:txBody>
      </p:sp>
      <p:pic>
        <p:nvPicPr>
          <p:cNvPr id="5" name="Image" descr="Image">
            <a:extLst>
              <a:ext uri="{FF2B5EF4-FFF2-40B4-BE49-F238E27FC236}">
                <a16:creationId xmlns:a16="http://schemas.microsoft.com/office/drawing/2014/main" id="{829A3326-245F-4E97-A9BA-06EB559E4922}"/>
              </a:ext>
            </a:extLst>
          </p:cNvPr>
          <p:cNvPicPr>
            <a:picLocks noChangeAspect="1"/>
          </p:cNvPicPr>
          <p:nvPr userDrawn="1"/>
        </p:nvPicPr>
        <p:blipFill>
          <a:blip r:embed="rId2"/>
          <a:stretch>
            <a:fillRect/>
          </a:stretch>
        </p:blipFill>
        <p:spPr>
          <a:xfrm>
            <a:off x="-3792" y="0"/>
            <a:ext cx="263005" cy="6953164"/>
          </a:xfrm>
          <a:prstGeom prst="rect">
            <a:avLst/>
          </a:prstGeom>
          <a:ln w="12700">
            <a:miter lim="400000"/>
          </a:ln>
        </p:spPr>
      </p:pic>
    </p:spTree>
    <p:extLst>
      <p:ext uri="{BB962C8B-B14F-4D97-AF65-F5344CB8AC3E}">
        <p14:creationId xmlns:p14="http://schemas.microsoft.com/office/powerpoint/2010/main" val="1001922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5738D-2D81-4033-9584-C2C23BFFC0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E"/>
          </a:p>
        </p:txBody>
      </p:sp>
      <p:sp>
        <p:nvSpPr>
          <p:cNvPr id="3" name="Content Placeholder 2">
            <a:extLst>
              <a:ext uri="{FF2B5EF4-FFF2-40B4-BE49-F238E27FC236}">
                <a16:creationId xmlns:a16="http://schemas.microsoft.com/office/drawing/2014/main" id="{7FCC796C-E569-4C01-9C45-0B7011295F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Text Placeholder 3">
            <a:extLst>
              <a:ext uri="{FF2B5EF4-FFF2-40B4-BE49-F238E27FC236}">
                <a16:creationId xmlns:a16="http://schemas.microsoft.com/office/drawing/2014/main" id="{5E3E2770-AF0F-4993-A132-E5BFA4ED69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EE18255-0F03-4729-83E4-15DC4F362AE4}"/>
              </a:ext>
            </a:extLst>
          </p:cNvPr>
          <p:cNvSpPr>
            <a:spLocks noGrp="1"/>
          </p:cNvSpPr>
          <p:nvPr>
            <p:ph type="dt" sz="half" idx="10"/>
          </p:nvPr>
        </p:nvSpPr>
        <p:spPr/>
        <p:txBody>
          <a:bodyPr/>
          <a:lstStyle/>
          <a:p>
            <a:fld id="{24CD28B1-3EBF-444E-96D9-98847E37A88A}" type="datetimeFigureOut">
              <a:rPr lang="en-KE" smtClean="0"/>
              <a:t>10/21/2025</a:t>
            </a:fld>
            <a:endParaRPr lang="en-KE"/>
          </a:p>
        </p:txBody>
      </p:sp>
      <p:sp>
        <p:nvSpPr>
          <p:cNvPr id="6" name="Footer Placeholder 5">
            <a:extLst>
              <a:ext uri="{FF2B5EF4-FFF2-40B4-BE49-F238E27FC236}">
                <a16:creationId xmlns:a16="http://schemas.microsoft.com/office/drawing/2014/main" id="{BF672C49-75E0-4711-BF32-72C3528C7A3C}"/>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E6FB9783-325E-488E-ABFB-3A171B2BFA8B}"/>
              </a:ext>
            </a:extLst>
          </p:cNvPr>
          <p:cNvSpPr>
            <a:spLocks noGrp="1"/>
          </p:cNvSpPr>
          <p:nvPr>
            <p:ph type="sldNum" sz="quarter" idx="12"/>
          </p:nvPr>
        </p:nvSpPr>
        <p:spPr/>
        <p:txBody>
          <a:bodyPr/>
          <a:lstStyle/>
          <a:p>
            <a:fld id="{F3C698CF-4363-4E27-A966-BBBA35FE34FA}" type="slidenum">
              <a:rPr lang="en-KE" smtClean="0"/>
              <a:t>‹#›</a:t>
            </a:fld>
            <a:endParaRPr lang="en-KE"/>
          </a:p>
        </p:txBody>
      </p:sp>
      <p:pic>
        <p:nvPicPr>
          <p:cNvPr id="8" name="Image" descr="Image">
            <a:extLst>
              <a:ext uri="{FF2B5EF4-FFF2-40B4-BE49-F238E27FC236}">
                <a16:creationId xmlns:a16="http://schemas.microsoft.com/office/drawing/2014/main" id="{530179FC-BB0E-419E-B94A-C19285B7007F}"/>
              </a:ext>
            </a:extLst>
          </p:cNvPr>
          <p:cNvPicPr>
            <a:picLocks noChangeAspect="1"/>
          </p:cNvPicPr>
          <p:nvPr userDrawn="1"/>
        </p:nvPicPr>
        <p:blipFill>
          <a:blip r:embed="rId2"/>
          <a:stretch>
            <a:fillRect/>
          </a:stretch>
        </p:blipFill>
        <p:spPr>
          <a:xfrm>
            <a:off x="-3792" y="0"/>
            <a:ext cx="263005" cy="6953164"/>
          </a:xfrm>
          <a:prstGeom prst="rect">
            <a:avLst/>
          </a:prstGeom>
          <a:ln w="12700">
            <a:miter lim="400000"/>
          </a:ln>
        </p:spPr>
      </p:pic>
      <p:pic>
        <p:nvPicPr>
          <p:cNvPr id="9" name="Picture 8">
            <a:extLst>
              <a:ext uri="{FF2B5EF4-FFF2-40B4-BE49-F238E27FC236}">
                <a16:creationId xmlns:a16="http://schemas.microsoft.com/office/drawing/2014/main" id="{C138130B-2F27-48A4-B000-EBC3D2818794}"/>
              </a:ext>
            </a:extLst>
          </p:cNvPr>
          <p:cNvPicPr>
            <a:picLocks noChangeAspect="1"/>
          </p:cNvPicPr>
          <p:nvPr userDrawn="1"/>
        </p:nvPicPr>
        <p:blipFill>
          <a:blip r:embed="rId3"/>
          <a:stretch>
            <a:fillRect/>
          </a:stretch>
        </p:blipFill>
        <p:spPr>
          <a:xfrm>
            <a:off x="10912341" y="0"/>
            <a:ext cx="1279659" cy="889255"/>
          </a:xfrm>
          <a:prstGeom prst="rect">
            <a:avLst/>
          </a:prstGeom>
        </p:spPr>
      </p:pic>
    </p:spTree>
    <p:extLst>
      <p:ext uri="{BB962C8B-B14F-4D97-AF65-F5344CB8AC3E}">
        <p14:creationId xmlns:p14="http://schemas.microsoft.com/office/powerpoint/2010/main" val="21453390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8E8B0-2733-46D1-8E5B-2AD0631459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E"/>
          </a:p>
        </p:txBody>
      </p:sp>
      <p:sp>
        <p:nvSpPr>
          <p:cNvPr id="3" name="Picture Placeholder 2">
            <a:extLst>
              <a:ext uri="{FF2B5EF4-FFF2-40B4-BE49-F238E27FC236}">
                <a16:creationId xmlns:a16="http://schemas.microsoft.com/office/drawing/2014/main" id="{594F2136-A1F8-4424-856E-175DCDDAB6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KE"/>
          </a:p>
        </p:txBody>
      </p:sp>
      <p:sp>
        <p:nvSpPr>
          <p:cNvPr id="4" name="Text Placeholder 3">
            <a:extLst>
              <a:ext uri="{FF2B5EF4-FFF2-40B4-BE49-F238E27FC236}">
                <a16:creationId xmlns:a16="http://schemas.microsoft.com/office/drawing/2014/main" id="{F19FE863-D9F6-4291-A5B4-92D1D5C2AF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A4B7F31-8FCF-4AB9-BD5E-EFE6BB5B770C}"/>
              </a:ext>
            </a:extLst>
          </p:cNvPr>
          <p:cNvSpPr>
            <a:spLocks noGrp="1"/>
          </p:cNvSpPr>
          <p:nvPr>
            <p:ph type="dt" sz="half" idx="10"/>
          </p:nvPr>
        </p:nvSpPr>
        <p:spPr/>
        <p:txBody>
          <a:bodyPr/>
          <a:lstStyle/>
          <a:p>
            <a:fld id="{24CD28B1-3EBF-444E-96D9-98847E37A88A}" type="datetimeFigureOut">
              <a:rPr lang="en-KE" smtClean="0"/>
              <a:t>10/21/2025</a:t>
            </a:fld>
            <a:endParaRPr lang="en-KE"/>
          </a:p>
        </p:txBody>
      </p:sp>
      <p:sp>
        <p:nvSpPr>
          <p:cNvPr id="6" name="Footer Placeholder 5">
            <a:extLst>
              <a:ext uri="{FF2B5EF4-FFF2-40B4-BE49-F238E27FC236}">
                <a16:creationId xmlns:a16="http://schemas.microsoft.com/office/drawing/2014/main" id="{0A283275-F1C0-428F-A7C5-81C013003202}"/>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93DB1B8A-C437-43E3-97D4-2CEE7B42FFF3}"/>
              </a:ext>
            </a:extLst>
          </p:cNvPr>
          <p:cNvSpPr>
            <a:spLocks noGrp="1"/>
          </p:cNvSpPr>
          <p:nvPr>
            <p:ph type="sldNum" sz="quarter" idx="12"/>
          </p:nvPr>
        </p:nvSpPr>
        <p:spPr/>
        <p:txBody>
          <a:bodyPr/>
          <a:lstStyle/>
          <a:p>
            <a:fld id="{F3C698CF-4363-4E27-A966-BBBA35FE34FA}" type="slidenum">
              <a:rPr lang="en-KE" smtClean="0"/>
              <a:t>‹#›</a:t>
            </a:fld>
            <a:endParaRPr lang="en-KE"/>
          </a:p>
        </p:txBody>
      </p:sp>
      <p:pic>
        <p:nvPicPr>
          <p:cNvPr id="8" name="Image" descr="Image">
            <a:extLst>
              <a:ext uri="{FF2B5EF4-FFF2-40B4-BE49-F238E27FC236}">
                <a16:creationId xmlns:a16="http://schemas.microsoft.com/office/drawing/2014/main" id="{2EB74D6E-BFD1-4E3B-BDD6-B90B4771650F}"/>
              </a:ext>
            </a:extLst>
          </p:cNvPr>
          <p:cNvPicPr>
            <a:picLocks noChangeAspect="1"/>
          </p:cNvPicPr>
          <p:nvPr userDrawn="1"/>
        </p:nvPicPr>
        <p:blipFill>
          <a:blip r:embed="rId2"/>
          <a:stretch>
            <a:fillRect/>
          </a:stretch>
        </p:blipFill>
        <p:spPr>
          <a:xfrm>
            <a:off x="-3792" y="0"/>
            <a:ext cx="263005" cy="6953164"/>
          </a:xfrm>
          <a:prstGeom prst="rect">
            <a:avLst/>
          </a:prstGeom>
          <a:ln w="12700">
            <a:miter lim="400000"/>
          </a:ln>
        </p:spPr>
      </p:pic>
      <p:pic>
        <p:nvPicPr>
          <p:cNvPr id="9" name="Picture 8">
            <a:extLst>
              <a:ext uri="{FF2B5EF4-FFF2-40B4-BE49-F238E27FC236}">
                <a16:creationId xmlns:a16="http://schemas.microsoft.com/office/drawing/2014/main" id="{1278B543-518E-4AEC-A98B-FA5BE97CA2BA}"/>
              </a:ext>
            </a:extLst>
          </p:cNvPr>
          <p:cNvPicPr>
            <a:picLocks noChangeAspect="1"/>
          </p:cNvPicPr>
          <p:nvPr userDrawn="1"/>
        </p:nvPicPr>
        <p:blipFill>
          <a:blip r:embed="rId3"/>
          <a:stretch>
            <a:fillRect/>
          </a:stretch>
        </p:blipFill>
        <p:spPr>
          <a:xfrm>
            <a:off x="10912341" y="0"/>
            <a:ext cx="1279659" cy="889255"/>
          </a:xfrm>
          <a:prstGeom prst="rect">
            <a:avLst/>
          </a:prstGeom>
        </p:spPr>
      </p:pic>
    </p:spTree>
    <p:extLst>
      <p:ext uri="{BB962C8B-B14F-4D97-AF65-F5344CB8AC3E}">
        <p14:creationId xmlns:p14="http://schemas.microsoft.com/office/powerpoint/2010/main" val="10626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27975-9D3D-48E0-90AF-F2D0C41142A0}"/>
              </a:ext>
            </a:extLst>
          </p:cNvPr>
          <p:cNvSpPr>
            <a:spLocks noGrp="1"/>
          </p:cNvSpPr>
          <p:nvPr>
            <p:ph type="title"/>
          </p:nvPr>
        </p:nvSpPr>
        <p:spPr/>
        <p:txBody>
          <a:bodyPr>
            <a:normAutofit/>
          </a:bodyPr>
          <a:lstStyle>
            <a:lvl1pPr algn="l" defTabSz="914400" rtl="0" eaLnBrk="1" latinLnBrk="0" hangingPunct="1">
              <a:lnSpc>
                <a:spcPct val="90000"/>
              </a:lnSpc>
              <a:spcBef>
                <a:spcPct val="0"/>
              </a:spcBef>
              <a:buNone/>
              <a:defRPr lang="en-KE" sz="4400" b="1" kern="1200" dirty="0">
                <a:solidFill>
                  <a:srgbClr val="7030A0"/>
                </a:solidFill>
                <a:latin typeface="+mj-lt"/>
                <a:ea typeface="+mj-ea"/>
                <a:cs typeface="+mj-cs"/>
              </a:defRPr>
            </a:lvl1pPr>
          </a:lstStyle>
          <a:p>
            <a:r>
              <a:rPr lang="en-US" dirty="0"/>
              <a:t>Click to edit Master title style</a:t>
            </a:r>
            <a:endParaRPr lang="en-KE" dirty="0"/>
          </a:p>
        </p:txBody>
      </p:sp>
      <p:sp>
        <p:nvSpPr>
          <p:cNvPr id="3" name="Vertical Text Placeholder 2">
            <a:extLst>
              <a:ext uri="{FF2B5EF4-FFF2-40B4-BE49-F238E27FC236}">
                <a16:creationId xmlns:a16="http://schemas.microsoft.com/office/drawing/2014/main" id="{98A66D3C-D9E5-44D0-99DB-AF481E09072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09021ECD-B86E-45BE-8D5A-AA1C1CB725C9}"/>
              </a:ext>
            </a:extLst>
          </p:cNvPr>
          <p:cNvSpPr>
            <a:spLocks noGrp="1"/>
          </p:cNvSpPr>
          <p:nvPr>
            <p:ph type="dt" sz="half" idx="10"/>
          </p:nvPr>
        </p:nvSpPr>
        <p:spPr/>
        <p:txBody>
          <a:bodyPr/>
          <a:lstStyle/>
          <a:p>
            <a:fld id="{24CD28B1-3EBF-444E-96D9-98847E37A88A}" type="datetimeFigureOut">
              <a:rPr lang="en-KE" smtClean="0"/>
              <a:t>10/21/2025</a:t>
            </a:fld>
            <a:endParaRPr lang="en-KE"/>
          </a:p>
        </p:txBody>
      </p:sp>
      <p:sp>
        <p:nvSpPr>
          <p:cNvPr id="5" name="Footer Placeholder 4">
            <a:extLst>
              <a:ext uri="{FF2B5EF4-FFF2-40B4-BE49-F238E27FC236}">
                <a16:creationId xmlns:a16="http://schemas.microsoft.com/office/drawing/2014/main" id="{A573F713-46E9-4C54-B03D-98A472CF6B03}"/>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3EEA4D2E-8DC0-497E-BDAD-85CFC9FA9384}"/>
              </a:ext>
            </a:extLst>
          </p:cNvPr>
          <p:cNvSpPr>
            <a:spLocks noGrp="1"/>
          </p:cNvSpPr>
          <p:nvPr>
            <p:ph type="sldNum" sz="quarter" idx="12"/>
          </p:nvPr>
        </p:nvSpPr>
        <p:spPr/>
        <p:txBody>
          <a:bodyPr/>
          <a:lstStyle/>
          <a:p>
            <a:fld id="{F3C698CF-4363-4E27-A966-BBBA35FE34FA}" type="slidenum">
              <a:rPr lang="en-KE" smtClean="0"/>
              <a:t>‹#›</a:t>
            </a:fld>
            <a:endParaRPr lang="en-KE"/>
          </a:p>
        </p:txBody>
      </p:sp>
      <p:pic>
        <p:nvPicPr>
          <p:cNvPr id="7" name="Image" descr="Image">
            <a:extLst>
              <a:ext uri="{FF2B5EF4-FFF2-40B4-BE49-F238E27FC236}">
                <a16:creationId xmlns:a16="http://schemas.microsoft.com/office/drawing/2014/main" id="{4051991D-B404-4CA4-9853-37807FF6A831}"/>
              </a:ext>
            </a:extLst>
          </p:cNvPr>
          <p:cNvPicPr>
            <a:picLocks noChangeAspect="1"/>
          </p:cNvPicPr>
          <p:nvPr userDrawn="1"/>
        </p:nvPicPr>
        <p:blipFill>
          <a:blip r:embed="rId2"/>
          <a:stretch>
            <a:fillRect/>
          </a:stretch>
        </p:blipFill>
        <p:spPr>
          <a:xfrm>
            <a:off x="-3792" y="0"/>
            <a:ext cx="263005" cy="6953164"/>
          </a:xfrm>
          <a:prstGeom prst="rect">
            <a:avLst/>
          </a:prstGeom>
          <a:ln w="12700">
            <a:miter lim="400000"/>
          </a:ln>
        </p:spPr>
      </p:pic>
      <p:pic>
        <p:nvPicPr>
          <p:cNvPr id="8" name="Picture 7">
            <a:extLst>
              <a:ext uri="{FF2B5EF4-FFF2-40B4-BE49-F238E27FC236}">
                <a16:creationId xmlns:a16="http://schemas.microsoft.com/office/drawing/2014/main" id="{0BE970C9-02D8-4956-B1A8-BD8F3DF3FF5B}"/>
              </a:ext>
            </a:extLst>
          </p:cNvPr>
          <p:cNvPicPr>
            <a:picLocks noChangeAspect="1"/>
          </p:cNvPicPr>
          <p:nvPr userDrawn="1"/>
        </p:nvPicPr>
        <p:blipFill>
          <a:blip r:embed="rId3"/>
          <a:stretch>
            <a:fillRect/>
          </a:stretch>
        </p:blipFill>
        <p:spPr>
          <a:xfrm>
            <a:off x="10912341" y="0"/>
            <a:ext cx="1279659" cy="889255"/>
          </a:xfrm>
          <a:prstGeom prst="rect">
            <a:avLst/>
          </a:prstGeom>
        </p:spPr>
      </p:pic>
    </p:spTree>
    <p:extLst>
      <p:ext uri="{BB962C8B-B14F-4D97-AF65-F5344CB8AC3E}">
        <p14:creationId xmlns:p14="http://schemas.microsoft.com/office/powerpoint/2010/main" val="1763872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F40FFA-3A6E-446D-AA4C-CAAA712EC70D}"/>
              </a:ext>
            </a:extLst>
          </p:cNvPr>
          <p:cNvSpPr>
            <a:spLocks noGrp="1"/>
          </p:cNvSpPr>
          <p:nvPr>
            <p:ph type="title" orient="vert"/>
          </p:nvPr>
        </p:nvSpPr>
        <p:spPr>
          <a:xfrm>
            <a:off x="8724900" y="365125"/>
            <a:ext cx="2628900" cy="5811838"/>
          </a:xfrm>
        </p:spPr>
        <p:txBody>
          <a:bodyPr vert="eaVert"/>
          <a:lstStyle>
            <a:lvl1pPr>
              <a:defRPr lang="en-US" sz="4400" b="1" kern="1200" dirty="0" smtClean="0">
                <a:solidFill>
                  <a:srgbClr val="7030A0"/>
                </a:solidFill>
                <a:latin typeface="+mj-lt"/>
                <a:ea typeface="+mj-ea"/>
                <a:cs typeface="+mj-cs"/>
              </a:defRPr>
            </a:lvl1pPr>
          </a:lstStyle>
          <a:p>
            <a:r>
              <a:rPr lang="en-US" dirty="0"/>
              <a:t>Click to edit Master title style</a:t>
            </a:r>
            <a:endParaRPr lang="en-KE" dirty="0"/>
          </a:p>
        </p:txBody>
      </p:sp>
      <p:sp>
        <p:nvSpPr>
          <p:cNvPr id="3" name="Vertical Text Placeholder 2">
            <a:extLst>
              <a:ext uri="{FF2B5EF4-FFF2-40B4-BE49-F238E27FC236}">
                <a16:creationId xmlns:a16="http://schemas.microsoft.com/office/drawing/2014/main" id="{BB52A987-6A1B-4382-8699-8157567425C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AF27D506-8334-4D78-A7CC-36446F0FCC3D}"/>
              </a:ext>
            </a:extLst>
          </p:cNvPr>
          <p:cNvSpPr>
            <a:spLocks noGrp="1"/>
          </p:cNvSpPr>
          <p:nvPr>
            <p:ph type="dt" sz="half" idx="10"/>
          </p:nvPr>
        </p:nvSpPr>
        <p:spPr/>
        <p:txBody>
          <a:bodyPr/>
          <a:lstStyle/>
          <a:p>
            <a:fld id="{24CD28B1-3EBF-444E-96D9-98847E37A88A}" type="datetimeFigureOut">
              <a:rPr lang="en-KE" smtClean="0"/>
              <a:t>10/21/2025</a:t>
            </a:fld>
            <a:endParaRPr lang="en-KE"/>
          </a:p>
        </p:txBody>
      </p:sp>
      <p:sp>
        <p:nvSpPr>
          <p:cNvPr id="5" name="Footer Placeholder 4">
            <a:extLst>
              <a:ext uri="{FF2B5EF4-FFF2-40B4-BE49-F238E27FC236}">
                <a16:creationId xmlns:a16="http://schemas.microsoft.com/office/drawing/2014/main" id="{5DCE85C0-528A-4155-8C65-43C7FF24C1CC}"/>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AD58315C-6AC0-456C-AA42-3840A14A11C9}"/>
              </a:ext>
            </a:extLst>
          </p:cNvPr>
          <p:cNvSpPr>
            <a:spLocks noGrp="1"/>
          </p:cNvSpPr>
          <p:nvPr>
            <p:ph type="sldNum" sz="quarter" idx="12"/>
          </p:nvPr>
        </p:nvSpPr>
        <p:spPr/>
        <p:txBody>
          <a:bodyPr/>
          <a:lstStyle/>
          <a:p>
            <a:fld id="{F3C698CF-4363-4E27-A966-BBBA35FE34FA}" type="slidenum">
              <a:rPr lang="en-KE" smtClean="0"/>
              <a:t>‹#›</a:t>
            </a:fld>
            <a:endParaRPr lang="en-KE"/>
          </a:p>
        </p:txBody>
      </p:sp>
      <p:pic>
        <p:nvPicPr>
          <p:cNvPr id="7" name="Image" descr="Image">
            <a:extLst>
              <a:ext uri="{FF2B5EF4-FFF2-40B4-BE49-F238E27FC236}">
                <a16:creationId xmlns:a16="http://schemas.microsoft.com/office/drawing/2014/main" id="{0053972C-2740-4669-ADA8-12561A609FED}"/>
              </a:ext>
            </a:extLst>
          </p:cNvPr>
          <p:cNvPicPr>
            <a:picLocks noChangeAspect="1"/>
          </p:cNvPicPr>
          <p:nvPr userDrawn="1"/>
        </p:nvPicPr>
        <p:blipFill>
          <a:blip r:embed="rId2"/>
          <a:stretch>
            <a:fillRect/>
          </a:stretch>
        </p:blipFill>
        <p:spPr>
          <a:xfrm>
            <a:off x="-3792" y="0"/>
            <a:ext cx="263005" cy="6953164"/>
          </a:xfrm>
          <a:prstGeom prst="rect">
            <a:avLst/>
          </a:prstGeom>
          <a:ln w="12700">
            <a:miter lim="400000"/>
          </a:ln>
        </p:spPr>
      </p:pic>
    </p:spTree>
    <p:extLst>
      <p:ext uri="{BB962C8B-B14F-4D97-AF65-F5344CB8AC3E}">
        <p14:creationId xmlns:p14="http://schemas.microsoft.com/office/powerpoint/2010/main" val="38590656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655E7-6CFC-4EFB-84C8-E8C79515EC67}"/>
              </a:ext>
            </a:extLst>
          </p:cNvPr>
          <p:cNvSpPr>
            <a:spLocks noGrp="1"/>
          </p:cNvSpPr>
          <p:nvPr>
            <p:ph type="title"/>
          </p:nvPr>
        </p:nvSpPr>
        <p:spPr/>
        <p:txBody>
          <a:bodyPr/>
          <a:lstStyle/>
          <a:p>
            <a:r>
              <a:rPr lang="en-US" dirty="0"/>
              <a:t>Click to edit Master title style</a:t>
            </a:r>
            <a:endParaRPr lang="en-KE" dirty="0"/>
          </a:p>
        </p:txBody>
      </p:sp>
      <p:sp>
        <p:nvSpPr>
          <p:cNvPr id="3" name="Date Placeholder 2">
            <a:extLst>
              <a:ext uri="{FF2B5EF4-FFF2-40B4-BE49-F238E27FC236}">
                <a16:creationId xmlns:a16="http://schemas.microsoft.com/office/drawing/2014/main" id="{F6AA8C01-E81C-4169-B37E-FE2CEA054D84}"/>
              </a:ext>
            </a:extLst>
          </p:cNvPr>
          <p:cNvSpPr>
            <a:spLocks noGrp="1"/>
          </p:cNvSpPr>
          <p:nvPr>
            <p:ph type="dt" sz="half" idx="10"/>
          </p:nvPr>
        </p:nvSpPr>
        <p:spPr/>
        <p:txBody>
          <a:bodyPr/>
          <a:lstStyle/>
          <a:p>
            <a:fld id="{24CD28B1-3EBF-444E-96D9-98847E37A88A}" type="datetimeFigureOut">
              <a:rPr lang="en-KE" smtClean="0"/>
              <a:t>10/21/2025</a:t>
            </a:fld>
            <a:endParaRPr lang="en-KE"/>
          </a:p>
        </p:txBody>
      </p:sp>
      <p:sp>
        <p:nvSpPr>
          <p:cNvPr id="4" name="Footer Placeholder 3">
            <a:extLst>
              <a:ext uri="{FF2B5EF4-FFF2-40B4-BE49-F238E27FC236}">
                <a16:creationId xmlns:a16="http://schemas.microsoft.com/office/drawing/2014/main" id="{71DF087A-7360-4ACD-A413-245AF17C5B7E}"/>
              </a:ext>
            </a:extLst>
          </p:cNvPr>
          <p:cNvSpPr>
            <a:spLocks noGrp="1"/>
          </p:cNvSpPr>
          <p:nvPr>
            <p:ph type="ftr" sz="quarter" idx="11"/>
          </p:nvPr>
        </p:nvSpPr>
        <p:spPr/>
        <p:txBody>
          <a:bodyPr/>
          <a:lstStyle/>
          <a:p>
            <a:endParaRPr lang="en-KE"/>
          </a:p>
        </p:txBody>
      </p:sp>
      <p:sp>
        <p:nvSpPr>
          <p:cNvPr id="5" name="Slide Number Placeholder 4">
            <a:extLst>
              <a:ext uri="{FF2B5EF4-FFF2-40B4-BE49-F238E27FC236}">
                <a16:creationId xmlns:a16="http://schemas.microsoft.com/office/drawing/2014/main" id="{14897569-3681-4896-8291-C7AE7CAE0B63}"/>
              </a:ext>
            </a:extLst>
          </p:cNvPr>
          <p:cNvSpPr>
            <a:spLocks noGrp="1"/>
          </p:cNvSpPr>
          <p:nvPr>
            <p:ph type="sldNum" sz="quarter" idx="12"/>
          </p:nvPr>
        </p:nvSpPr>
        <p:spPr/>
        <p:txBody>
          <a:bodyPr/>
          <a:lstStyle/>
          <a:p>
            <a:fld id="{F3C698CF-4363-4E27-A966-BBBA35FE34FA}" type="slidenum">
              <a:rPr lang="en-KE" smtClean="0"/>
              <a:t>‹#›</a:t>
            </a:fld>
            <a:endParaRPr lang="en-KE"/>
          </a:p>
        </p:txBody>
      </p:sp>
    </p:spTree>
    <p:extLst>
      <p:ext uri="{BB962C8B-B14F-4D97-AF65-F5344CB8AC3E}">
        <p14:creationId xmlns:p14="http://schemas.microsoft.com/office/powerpoint/2010/main" val="35408353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2. Master Bkg - Dk Blue ">
    <p:spTree>
      <p:nvGrpSpPr>
        <p:cNvPr id="1" name=""/>
        <p:cNvGrpSpPr/>
        <p:nvPr/>
      </p:nvGrpSpPr>
      <p:grpSpPr>
        <a:xfrm>
          <a:off x="0" y="0"/>
          <a:ext cx="0" cy="0"/>
          <a:chOff x="0" y="0"/>
          <a:chExt cx="0" cy="0"/>
        </a:xfrm>
      </p:grpSpPr>
      <p:grpSp>
        <p:nvGrpSpPr>
          <p:cNvPr id="17" name="Rectangle 11"/>
          <p:cNvGrpSpPr/>
          <p:nvPr/>
        </p:nvGrpSpPr>
        <p:grpSpPr>
          <a:xfrm>
            <a:off x="170175" y="6570474"/>
            <a:ext cx="12041003" cy="291935"/>
            <a:chOff x="0" y="0"/>
            <a:chExt cx="12041001" cy="291933"/>
          </a:xfrm>
        </p:grpSpPr>
        <p:sp>
          <p:nvSpPr>
            <p:cNvPr id="15" name="Rectangle"/>
            <p:cNvSpPr/>
            <p:nvPr/>
          </p:nvSpPr>
          <p:spPr>
            <a:xfrm>
              <a:off x="20317" y="-1"/>
              <a:ext cx="12000363" cy="291935"/>
            </a:xfrm>
            <a:prstGeom prst="rect">
              <a:avLst/>
            </a:prstGeom>
            <a:solidFill>
              <a:srgbClr val="7030A0"/>
            </a:solidFill>
            <a:ln w="12700" cap="flat">
              <a:noFill/>
              <a:miter lim="400000"/>
            </a:ln>
            <a:effectLst/>
          </p:spPr>
          <p:txBody>
            <a:bodyPr wrap="square" lIns="45718" tIns="45718" rIns="45718" bIns="45718" numCol="1" anchor="ctr">
              <a:noAutofit/>
            </a:bodyPr>
            <a:lstStyle/>
            <a:p>
              <a:pPr algn="ctr">
                <a:defRPr sz="1800">
                  <a:solidFill>
                    <a:srgbClr val="F2F2F2"/>
                  </a:solidFill>
                  <a:latin typeface="Open Sans"/>
                  <a:ea typeface="Open Sans"/>
                  <a:cs typeface="Open Sans"/>
                  <a:sym typeface="Open Sans"/>
                </a:defRPr>
              </a:pPr>
              <a:endParaRPr/>
            </a:p>
          </p:txBody>
        </p:sp>
        <p:sp>
          <p:nvSpPr>
            <p:cNvPr id="16" name="Empowering Communities for a Healthy Future"/>
            <p:cNvSpPr txBox="1"/>
            <p:nvPr/>
          </p:nvSpPr>
          <p:spPr>
            <a:xfrm>
              <a:off x="-1" y="11345"/>
              <a:ext cx="12041003" cy="26923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a:defRPr sz="1100">
                  <a:solidFill>
                    <a:srgbClr val="F2F2F2"/>
                  </a:solidFill>
                  <a:latin typeface="Montserrat Light Italic"/>
                  <a:ea typeface="Montserrat Light Italic"/>
                  <a:cs typeface="Montserrat Light Italic"/>
                  <a:sym typeface="Montserrat Light Italic"/>
                </a:defRPr>
              </a:lvl1pPr>
            </a:lstStyle>
            <a:p>
              <a:r>
                <a:t>Empowering Communities for a Healthy Future</a:t>
              </a:r>
            </a:p>
          </p:txBody>
        </p:sp>
      </p:grpSp>
      <p:sp>
        <p:nvSpPr>
          <p:cNvPr id="18" name="Body Level One…"/>
          <p:cNvSpPr txBox="1">
            <a:spLocks noGrp="1"/>
          </p:cNvSpPr>
          <p:nvPr>
            <p:ph type="body" sz="quarter" idx="1" hasCustomPrompt="1"/>
          </p:nvPr>
        </p:nvSpPr>
        <p:spPr>
          <a:xfrm>
            <a:off x="933253" y="403450"/>
            <a:ext cx="7953023" cy="1093683"/>
          </a:xfrm>
          <a:prstGeom prst="rect">
            <a:avLst/>
          </a:prstGeom>
        </p:spPr>
        <p:txBody>
          <a:bodyPr lIns="0" tIns="0" rIns="0" bIns="0"/>
          <a:lstStyle>
            <a:lvl1pPr marL="0" indent="0">
              <a:lnSpc>
                <a:spcPts val="4200"/>
              </a:lnSpc>
              <a:spcBef>
                <a:spcPts val="0"/>
              </a:spcBef>
              <a:buSzTx/>
              <a:buFontTx/>
              <a:buNone/>
              <a:defRPr sz="3600" b="1">
                <a:solidFill>
                  <a:srgbClr val="7030A0"/>
                </a:solidFill>
              </a:defRPr>
            </a:lvl1pPr>
            <a:lvl2pPr marL="0" indent="0">
              <a:lnSpc>
                <a:spcPts val="4200"/>
              </a:lnSpc>
              <a:spcBef>
                <a:spcPts val="0"/>
              </a:spcBef>
              <a:buSzTx/>
              <a:buFontTx/>
              <a:buNone/>
              <a:defRPr sz="3600" b="1">
                <a:solidFill>
                  <a:srgbClr val="7030A0"/>
                </a:solidFill>
              </a:defRPr>
            </a:lvl2pPr>
            <a:lvl3pPr marL="0" indent="0">
              <a:lnSpc>
                <a:spcPts val="4200"/>
              </a:lnSpc>
              <a:spcBef>
                <a:spcPts val="0"/>
              </a:spcBef>
              <a:buSzTx/>
              <a:buFontTx/>
              <a:buNone/>
              <a:defRPr sz="3600" b="1">
                <a:solidFill>
                  <a:srgbClr val="7030A0"/>
                </a:solidFill>
              </a:defRPr>
            </a:lvl3pPr>
            <a:lvl4pPr marL="0" indent="0">
              <a:lnSpc>
                <a:spcPts val="4200"/>
              </a:lnSpc>
              <a:spcBef>
                <a:spcPts val="0"/>
              </a:spcBef>
              <a:buSzTx/>
              <a:buFontTx/>
              <a:buNone/>
              <a:defRPr sz="3600" b="1">
                <a:solidFill>
                  <a:srgbClr val="7030A0"/>
                </a:solidFill>
              </a:defRPr>
            </a:lvl4pPr>
            <a:lvl5pPr marL="0" indent="0">
              <a:lnSpc>
                <a:spcPts val="4200"/>
              </a:lnSpc>
              <a:spcBef>
                <a:spcPts val="0"/>
              </a:spcBef>
              <a:buSzTx/>
              <a:buFontTx/>
              <a:buNone/>
              <a:defRPr sz="3600" b="1">
                <a:solidFill>
                  <a:srgbClr val="7030A0"/>
                </a:solidFill>
              </a:defRPr>
            </a:lvl5pPr>
          </a:lstStyle>
          <a:p>
            <a:r>
              <a:t>Primary Headline Goes Here</a:t>
            </a:r>
          </a:p>
          <a:p>
            <a:pPr lvl="1"/>
            <a:endParaRPr/>
          </a:p>
          <a:p>
            <a:pPr lvl="2"/>
            <a:endParaRPr/>
          </a:p>
          <a:p>
            <a:pPr lvl="3"/>
            <a:endParaRPr/>
          </a:p>
          <a:p>
            <a:pPr lvl="4"/>
            <a:endParaRPr/>
          </a:p>
        </p:txBody>
      </p:sp>
      <p:sp>
        <p:nvSpPr>
          <p:cNvPr id="19" name="Text Placeholder 4"/>
          <p:cNvSpPr>
            <a:spLocks noGrp="1"/>
          </p:cNvSpPr>
          <p:nvPr>
            <p:ph type="body" idx="21" hasCustomPrompt="1"/>
          </p:nvPr>
        </p:nvSpPr>
        <p:spPr>
          <a:xfrm>
            <a:off x="933253" y="1679960"/>
            <a:ext cx="10624009" cy="4193717"/>
          </a:xfrm>
          <a:prstGeom prst="rect">
            <a:avLst/>
          </a:prstGeom>
        </p:spPr>
        <p:txBody>
          <a:bodyPr lIns="0" tIns="0" rIns="0" bIns="0"/>
          <a:lstStyle>
            <a:lvl1pPr marL="0" indent="0" algn="just">
              <a:lnSpc>
                <a:spcPts val="2400"/>
              </a:lnSpc>
              <a:spcBef>
                <a:spcPts val="0"/>
              </a:spcBef>
              <a:buSzTx/>
              <a:buFontTx/>
              <a:buNone/>
              <a:defRPr sz="2000">
                <a:solidFill>
                  <a:srgbClr val="3A3838"/>
                </a:solidFill>
              </a:defRPr>
            </a:lvl1pPr>
          </a:lstStyle>
          <a:p>
            <a:r>
              <a:t>Lorem ipsum dolor sit amet, consectetur adipiscing elit. Suspendisse rhoncus risus lacus, et sollicitudin neque vestibulum sed. Maecenas lobortis accumsan quam, ut vulputate odio aliquam ut. Vivamus id dignissim neque. Etiam sed hendrerit arcu. Donec tristique fermentum neque vel tempus. Interdum et malesuada fames ac ante ipsum primis in faucibus. Nullam enim turpis, efficitur sit amet sem ac, hendrerit tempor turpis. Nullam eget justo lobortis, efficitur enim eget, consequat massa.</a:t>
            </a:r>
          </a:p>
        </p:txBody>
      </p:sp>
      <p:pic>
        <p:nvPicPr>
          <p:cNvPr id="20" name="Image" descr="Image"/>
          <p:cNvPicPr>
            <a:picLocks noChangeAspect="1"/>
          </p:cNvPicPr>
          <p:nvPr/>
        </p:nvPicPr>
        <p:blipFill>
          <a:blip r:embed="rId2"/>
          <a:stretch>
            <a:fillRect/>
          </a:stretch>
        </p:blipFill>
        <p:spPr>
          <a:xfrm>
            <a:off x="-3792" y="0"/>
            <a:ext cx="263005" cy="6953164"/>
          </a:xfrm>
          <a:prstGeom prst="rect">
            <a:avLst/>
          </a:prstGeom>
          <a:ln w="12700">
            <a:miter lim="400000"/>
          </a:ln>
        </p:spPr>
      </p:pic>
      <p:pic>
        <p:nvPicPr>
          <p:cNvPr id="21" name="LVCT logo- PNG.png" descr="LVCT logo- PNG.png"/>
          <p:cNvPicPr>
            <a:picLocks noChangeAspect="1"/>
          </p:cNvPicPr>
          <p:nvPr/>
        </p:nvPicPr>
        <p:blipFill>
          <a:blip r:embed="rId3"/>
          <a:stretch>
            <a:fillRect/>
          </a:stretch>
        </p:blipFill>
        <p:spPr>
          <a:xfrm>
            <a:off x="9795933" y="128653"/>
            <a:ext cx="1799187" cy="1245996"/>
          </a:xfrm>
          <a:prstGeom prst="rect">
            <a:avLst/>
          </a:prstGeom>
          <a:ln w="12700">
            <a:miter lim="400000"/>
          </a:ln>
        </p:spPr>
      </p:pic>
      <p:sp>
        <p:nvSpPr>
          <p:cNvPr id="22" name="Slide Number"/>
          <p:cNvSpPr txBox="1">
            <a:spLocks noGrp="1"/>
          </p:cNvSpPr>
          <p:nvPr>
            <p:ph type="sldNum" sz="quarter" idx="2"/>
          </p:nvPr>
        </p:nvSpPr>
        <p:spPr>
          <a:xfrm>
            <a:off x="11523579" y="6679725"/>
            <a:ext cx="169419" cy="165101"/>
          </a:xfrm>
          <a:prstGeom prst="rect">
            <a:avLst/>
          </a:prstGeom>
        </p:spPr>
        <p:txBody>
          <a:bodyPr lIns="0" tIns="0" rIns="0" bIns="0"/>
          <a:lstStyle>
            <a:lvl1pPr>
              <a:defRPr sz="1000">
                <a:solidFill>
                  <a:srgbClr val="F2F2F2"/>
                </a:solidFill>
                <a:latin typeface="Montserrat Bold"/>
                <a:ea typeface="Montserrat Bold"/>
                <a:cs typeface="Montserrat Bold"/>
                <a:sym typeface="Montserrat Bold"/>
              </a:defRPr>
            </a:lvl1pPr>
          </a:lstStyle>
          <a:p>
            <a:fld id="{86CB4B4D-7CA3-9044-876B-883B54F8677D}" type="slidenum">
              <a:t>‹#›</a:t>
            </a:fld>
            <a:endParaRPr/>
          </a:p>
        </p:txBody>
      </p:sp>
    </p:spTree>
    <p:extLst>
      <p:ext uri="{BB962C8B-B14F-4D97-AF65-F5344CB8AC3E}">
        <p14:creationId xmlns:p14="http://schemas.microsoft.com/office/powerpoint/2010/main" val="1102374805"/>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1_Custom Layout">
    <p:bg>
      <p:bgPr>
        <a:solidFill>
          <a:srgbClr val="F2F2F2"/>
        </a:solidFill>
        <a:effectLst/>
      </p:bgPr>
    </p:bg>
    <p:spTree>
      <p:nvGrpSpPr>
        <p:cNvPr id="1" name=""/>
        <p:cNvGrpSpPr/>
        <p:nvPr/>
      </p:nvGrpSpPr>
      <p:grpSpPr>
        <a:xfrm>
          <a:off x="0" y="0"/>
          <a:ext cx="0" cy="0"/>
          <a:chOff x="0" y="0"/>
          <a:chExt cx="0" cy="0"/>
        </a:xfrm>
      </p:grpSpPr>
      <p:pic>
        <p:nvPicPr>
          <p:cNvPr id="66" name="Picture 5" descr="Picture 5"/>
          <p:cNvPicPr>
            <a:picLocks noChangeAspect="1"/>
          </p:cNvPicPr>
          <p:nvPr/>
        </p:nvPicPr>
        <p:blipFill>
          <a:blip r:embed="rId2"/>
          <a:stretch>
            <a:fillRect/>
          </a:stretch>
        </p:blipFill>
        <p:spPr>
          <a:xfrm>
            <a:off x="-1006751" y="-20953"/>
            <a:ext cx="14205502" cy="7013965"/>
          </a:xfrm>
          <a:prstGeom prst="rect">
            <a:avLst/>
          </a:prstGeom>
          <a:ln w="12700">
            <a:miter lim="400000"/>
          </a:ln>
        </p:spPr>
      </p:pic>
      <p:sp>
        <p:nvSpPr>
          <p:cNvPr id="67" name="Body Level One…"/>
          <p:cNvSpPr txBox="1">
            <a:spLocks noGrp="1"/>
          </p:cNvSpPr>
          <p:nvPr>
            <p:ph type="body" sz="quarter" idx="1" hasCustomPrompt="1"/>
          </p:nvPr>
        </p:nvSpPr>
        <p:spPr>
          <a:xfrm>
            <a:off x="2353735" y="2438400"/>
            <a:ext cx="7256955" cy="1066800"/>
          </a:xfrm>
          <a:prstGeom prst="rect">
            <a:avLst/>
          </a:prstGeom>
        </p:spPr>
        <p:txBody>
          <a:bodyPr/>
          <a:lstStyle>
            <a:lvl1pPr marL="0" indent="0" algn="ctr">
              <a:buSzTx/>
              <a:buFontTx/>
              <a:buNone/>
              <a:defRPr>
                <a:solidFill>
                  <a:srgbClr val="3A3838"/>
                </a:solidFill>
                <a:latin typeface="Open Sans"/>
                <a:ea typeface="Open Sans"/>
                <a:cs typeface="Open Sans"/>
                <a:sym typeface="Open Sans"/>
              </a:defRPr>
            </a:lvl1pPr>
            <a:lvl2pPr algn="ctr">
              <a:buFontTx/>
              <a:defRPr>
                <a:solidFill>
                  <a:srgbClr val="3A3838"/>
                </a:solidFill>
                <a:latin typeface="Open Sans"/>
                <a:ea typeface="Open Sans"/>
                <a:cs typeface="Open Sans"/>
                <a:sym typeface="Open Sans"/>
              </a:defRPr>
            </a:lvl2pPr>
            <a:lvl3pPr algn="ctr">
              <a:buFontTx/>
              <a:defRPr>
                <a:solidFill>
                  <a:srgbClr val="3A3838"/>
                </a:solidFill>
                <a:latin typeface="Open Sans"/>
                <a:ea typeface="Open Sans"/>
                <a:cs typeface="Open Sans"/>
                <a:sym typeface="Open Sans"/>
              </a:defRPr>
            </a:lvl3pPr>
            <a:lvl4pPr algn="ctr">
              <a:buFontTx/>
              <a:defRPr>
                <a:solidFill>
                  <a:srgbClr val="3A3838"/>
                </a:solidFill>
                <a:latin typeface="Open Sans"/>
                <a:ea typeface="Open Sans"/>
                <a:cs typeface="Open Sans"/>
                <a:sym typeface="Open Sans"/>
              </a:defRPr>
            </a:lvl4pPr>
            <a:lvl5pPr algn="ctr">
              <a:buFontTx/>
              <a:defRPr>
                <a:solidFill>
                  <a:srgbClr val="3A3838"/>
                </a:solidFill>
                <a:latin typeface="Open Sans"/>
                <a:ea typeface="Open Sans"/>
                <a:cs typeface="Open Sans"/>
                <a:sym typeface="Open Sans"/>
              </a:defRPr>
            </a:lvl5pPr>
          </a:lstStyle>
          <a:p>
            <a:r>
              <a:t>Thank you!</a:t>
            </a:r>
          </a:p>
          <a:p>
            <a:pPr lvl="1"/>
            <a:endParaRPr/>
          </a:p>
          <a:p>
            <a:pPr lvl="2"/>
            <a:endParaRPr/>
          </a:p>
          <a:p>
            <a:pPr lvl="3"/>
            <a:endParaRPr/>
          </a:p>
          <a:p>
            <a:pPr lvl="4"/>
            <a:endParaRPr/>
          </a:p>
        </p:txBody>
      </p:sp>
      <p:grpSp>
        <p:nvGrpSpPr>
          <p:cNvPr id="70" name="Rectangle 4"/>
          <p:cNvGrpSpPr/>
          <p:nvPr/>
        </p:nvGrpSpPr>
        <p:grpSpPr>
          <a:xfrm>
            <a:off x="186366" y="6547860"/>
            <a:ext cx="11819267" cy="332737"/>
            <a:chOff x="-1" y="-1"/>
            <a:chExt cx="11819266" cy="332735"/>
          </a:xfrm>
        </p:grpSpPr>
        <p:sp>
          <p:nvSpPr>
            <p:cNvPr id="68" name="Rectangle"/>
            <p:cNvSpPr/>
            <p:nvPr/>
          </p:nvSpPr>
          <p:spPr>
            <a:xfrm>
              <a:off x="-2" y="22612"/>
              <a:ext cx="11819267" cy="287533"/>
            </a:xfrm>
            <a:prstGeom prst="rect">
              <a:avLst/>
            </a:prstGeom>
            <a:solidFill>
              <a:srgbClr val="7030A0"/>
            </a:solidFill>
            <a:ln w="12700" cap="flat">
              <a:noFill/>
              <a:miter lim="400000"/>
            </a:ln>
            <a:effectLst/>
          </p:spPr>
          <p:txBody>
            <a:bodyPr wrap="square" lIns="45718" tIns="45718" rIns="45718" bIns="45718" numCol="1" anchor="ctr">
              <a:noAutofit/>
            </a:bodyPr>
            <a:lstStyle/>
            <a:p>
              <a:pPr algn="ctr">
                <a:defRPr sz="1800">
                  <a:solidFill>
                    <a:srgbClr val="3A3838"/>
                  </a:solidFill>
                  <a:latin typeface="Open Sans"/>
                  <a:ea typeface="Open Sans"/>
                  <a:cs typeface="Open Sans"/>
                  <a:sym typeface="Open Sans"/>
                </a:defRPr>
              </a:pPr>
              <a:endParaRPr/>
            </a:p>
          </p:txBody>
        </p:sp>
        <p:sp>
          <p:nvSpPr>
            <p:cNvPr id="69" name="Empowered Healthy Communities"/>
            <p:cNvSpPr txBox="1"/>
            <p:nvPr/>
          </p:nvSpPr>
          <p:spPr>
            <a:xfrm>
              <a:off x="45718" y="-3"/>
              <a:ext cx="11727826" cy="33273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a:defRPr sz="1400">
                  <a:solidFill>
                    <a:srgbClr val="F2F2F2"/>
                  </a:solidFill>
                  <a:latin typeface="Open Sans"/>
                  <a:ea typeface="Open Sans"/>
                  <a:cs typeface="Open Sans"/>
                  <a:sym typeface="Open Sans"/>
                </a:defRPr>
              </a:lvl1pPr>
            </a:lstStyle>
            <a:p>
              <a:r>
                <a:t>Empowered Healthy Communities</a:t>
              </a:r>
            </a:p>
          </p:txBody>
        </p:sp>
      </p:grpSp>
      <p:pic>
        <p:nvPicPr>
          <p:cNvPr id="71" name="Picture 1" descr="Picture 1"/>
          <p:cNvPicPr>
            <a:picLocks noChangeAspect="1"/>
          </p:cNvPicPr>
          <p:nvPr/>
        </p:nvPicPr>
        <p:blipFill>
          <a:blip r:embed="rId3"/>
          <a:stretch>
            <a:fillRect/>
          </a:stretch>
        </p:blipFill>
        <p:spPr>
          <a:xfrm>
            <a:off x="7374801" y="4066407"/>
            <a:ext cx="4257043" cy="1920248"/>
          </a:xfrm>
          <a:prstGeom prst="rect">
            <a:avLst/>
          </a:prstGeom>
          <a:ln w="12700">
            <a:miter lim="400000"/>
          </a:ln>
        </p:spPr>
      </p:pic>
      <p:sp>
        <p:nvSpPr>
          <p:cNvPr id="72" name="Slide Number"/>
          <p:cNvSpPr txBox="1">
            <a:spLocks noGrp="1"/>
          </p:cNvSpPr>
          <p:nvPr>
            <p:ph type="sldNum" sz="quarter" idx="2"/>
          </p:nvPr>
        </p:nvSpPr>
        <p:spPr>
          <a:xfrm>
            <a:off x="8459187" y="6202682"/>
            <a:ext cx="278414" cy="307337"/>
          </a:xfrm>
          <a:prstGeom prst="rect">
            <a:avLst/>
          </a:prstGeom>
        </p:spPr>
        <p:txBody>
          <a:bodyPr/>
          <a:lstStyle>
            <a:lvl1pPr>
              <a:defRPr>
                <a:solidFill>
                  <a:srgbClr val="3A3838"/>
                </a:solidFill>
                <a:latin typeface="Open Sans"/>
                <a:ea typeface="Open Sans"/>
                <a:cs typeface="Open Sans"/>
                <a:sym typeface="Open Sans"/>
              </a:defRPr>
            </a:lvl1pPr>
          </a:lstStyle>
          <a:p>
            <a:fld id="{86CB4B4D-7CA3-9044-876B-883B54F8677D}" type="slidenum">
              <a:t>‹#›</a:t>
            </a:fld>
            <a:endParaRPr/>
          </a:p>
        </p:txBody>
      </p:sp>
    </p:spTree>
    <p:extLst>
      <p:ext uri="{BB962C8B-B14F-4D97-AF65-F5344CB8AC3E}">
        <p14:creationId xmlns:p14="http://schemas.microsoft.com/office/powerpoint/2010/main" val="113229866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80F0B4-AE37-46C2-9438-05442B91F9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KE" dirty="0"/>
          </a:p>
        </p:txBody>
      </p:sp>
      <p:sp>
        <p:nvSpPr>
          <p:cNvPr id="3" name="Text Placeholder 2">
            <a:extLst>
              <a:ext uri="{FF2B5EF4-FFF2-40B4-BE49-F238E27FC236}">
                <a16:creationId xmlns:a16="http://schemas.microsoft.com/office/drawing/2014/main" id="{46640662-2F53-4D53-9209-ED138EF6A0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E1A5F555-9269-4ACA-BF2A-C09D7BC580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CD28B1-3EBF-444E-96D9-98847E37A88A}" type="datetimeFigureOut">
              <a:rPr lang="en-KE" smtClean="0"/>
              <a:t>10/21/2025</a:t>
            </a:fld>
            <a:endParaRPr lang="en-KE"/>
          </a:p>
        </p:txBody>
      </p:sp>
      <p:sp>
        <p:nvSpPr>
          <p:cNvPr id="5" name="Footer Placeholder 4">
            <a:extLst>
              <a:ext uri="{FF2B5EF4-FFF2-40B4-BE49-F238E27FC236}">
                <a16:creationId xmlns:a16="http://schemas.microsoft.com/office/drawing/2014/main" id="{73553C45-B168-4F86-8652-DCD10DE9B0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KE"/>
          </a:p>
        </p:txBody>
      </p:sp>
      <p:sp>
        <p:nvSpPr>
          <p:cNvPr id="6" name="Slide Number Placeholder 5">
            <a:extLst>
              <a:ext uri="{FF2B5EF4-FFF2-40B4-BE49-F238E27FC236}">
                <a16:creationId xmlns:a16="http://schemas.microsoft.com/office/drawing/2014/main" id="{E7D9E7A0-8AC5-4BCD-B3C0-4B94286E4B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C698CF-4363-4E27-A966-BBBA35FE34FA}" type="slidenum">
              <a:rPr lang="en-KE" smtClean="0"/>
              <a:t>‹#›</a:t>
            </a:fld>
            <a:endParaRPr lang="en-KE"/>
          </a:p>
        </p:txBody>
      </p:sp>
      <p:pic>
        <p:nvPicPr>
          <p:cNvPr id="7" name="Picture 6">
            <a:extLst>
              <a:ext uri="{FF2B5EF4-FFF2-40B4-BE49-F238E27FC236}">
                <a16:creationId xmlns:a16="http://schemas.microsoft.com/office/drawing/2014/main" id="{FC2AB4FB-1DDB-41D3-8D79-ECF41D41DA82}"/>
              </a:ext>
            </a:extLst>
          </p:cNvPr>
          <p:cNvPicPr>
            <a:picLocks noChangeAspect="1"/>
          </p:cNvPicPr>
          <p:nvPr userDrawn="1"/>
        </p:nvPicPr>
        <p:blipFill>
          <a:blip r:embed="rId16"/>
          <a:stretch>
            <a:fillRect/>
          </a:stretch>
        </p:blipFill>
        <p:spPr>
          <a:xfrm>
            <a:off x="0" y="0"/>
            <a:ext cx="264463" cy="6858000"/>
          </a:xfrm>
          <a:prstGeom prst="rect">
            <a:avLst/>
          </a:prstGeom>
        </p:spPr>
      </p:pic>
      <p:pic>
        <p:nvPicPr>
          <p:cNvPr id="9" name="Picture 8">
            <a:extLst>
              <a:ext uri="{FF2B5EF4-FFF2-40B4-BE49-F238E27FC236}">
                <a16:creationId xmlns:a16="http://schemas.microsoft.com/office/drawing/2014/main" id="{F7390D95-ABE7-4A0A-84BD-45F2A2C9A16D}"/>
              </a:ext>
            </a:extLst>
          </p:cNvPr>
          <p:cNvPicPr>
            <a:picLocks noChangeAspect="1"/>
          </p:cNvPicPr>
          <p:nvPr userDrawn="1"/>
        </p:nvPicPr>
        <p:blipFill>
          <a:blip r:embed="rId17"/>
          <a:stretch>
            <a:fillRect/>
          </a:stretch>
        </p:blipFill>
        <p:spPr>
          <a:xfrm>
            <a:off x="10912341" y="0"/>
            <a:ext cx="1279659" cy="889255"/>
          </a:xfrm>
          <a:prstGeom prst="rect">
            <a:avLst/>
          </a:prstGeom>
        </p:spPr>
      </p:pic>
    </p:spTree>
    <p:extLst>
      <p:ext uri="{BB962C8B-B14F-4D97-AF65-F5344CB8AC3E}">
        <p14:creationId xmlns:p14="http://schemas.microsoft.com/office/powerpoint/2010/main" val="3876338403"/>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2" r:id="rId12"/>
    <p:sldLayoutId id="2147483694" r:id="rId13"/>
    <p:sldLayoutId id="2147483696" r:id="rId14"/>
  </p:sldLayoutIdLst>
  <p:txStyles>
    <p:titleStyle>
      <a:lvl1pPr algn="l" defTabSz="914400" rtl="0" eaLnBrk="1" latinLnBrk="0" hangingPunct="1">
        <a:lnSpc>
          <a:spcPct val="90000"/>
        </a:lnSpc>
        <a:spcBef>
          <a:spcPct val="0"/>
        </a:spcBef>
        <a:buNone/>
        <a:defRPr lang="en-KE" sz="4400" b="1" kern="1200" dirty="0" smtClean="0">
          <a:solidFill>
            <a:srgbClr val="7030A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7" name="Picture 2" descr="Picture 2"/>
          <p:cNvPicPr>
            <a:picLocks noChangeAspect="1"/>
          </p:cNvPicPr>
          <p:nvPr/>
        </p:nvPicPr>
        <p:blipFill>
          <a:blip r:embed="rId2"/>
          <a:stretch>
            <a:fillRect/>
          </a:stretch>
        </p:blipFill>
        <p:spPr>
          <a:xfrm>
            <a:off x="234280" y="-2"/>
            <a:ext cx="12132944" cy="6858002"/>
          </a:xfrm>
          <a:prstGeom prst="rect">
            <a:avLst/>
          </a:prstGeom>
          <a:ln w="12700">
            <a:miter lim="400000"/>
          </a:ln>
        </p:spPr>
      </p:pic>
      <p:pic>
        <p:nvPicPr>
          <p:cNvPr id="199" name="LVCT logo- PNG.png" descr="LVCT logo- PNG.png"/>
          <p:cNvPicPr>
            <a:picLocks noChangeAspect="1"/>
          </p:cNvPicPr>
          <p:nvPr/>
        </p:nvPicPr>
        <p:blipFill>
          <a:blip r:embed="rId3"/>
          <a:stretch>
            <a:fillRect/>
          </a:stretch>
        </p:blipFill>
        <p:spPr>
          <a:xfrm>
            <a:off x="521117" y="1109768"/>
            <a:ext cx="2965919" cy="2053995"/>
          </a:xfrm>
          <a:prstGeom prst="rect">
            <a:avLst/>
          </a:prstGeom>
          <a:ln w="12700">
            <a:miter lim="400000"/>
          </a:ln>
        </p:spPr>
      </p:pic>
      <p:sp>
        <p:nvSpPr>
          <p:cNvPr id="200" name="TextBox 13"/>
          <p:cNvSpPr txBox="1"/>
          <p:nvPr/>
        </p:nvSpPr>
        <p:spPr>
          <a:xfrm>
            <a:off x="2405006" y="3439908"/>
            <a:ext cx="9786994" cy="15696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algn="r">
              <a:defRPr sz="2400">
                <a:solidFill>
                  <a:srgbClr val="FFF2CC"/>
                </a:solidFill>
                <a:latin typeface="Montserrat Bold"/>
                <a:ea typeface="Montserrat Bold"/>
                <a:cs typeface="Montserrat Bold"/>
                <a:sym typeface="Montserrat Bold"/>
              </a:defRPr>
            </a:pPr>
            <a:endParaRPr sz="4800" b="1" dirty="0">
              <a:solidFill>
                <a:schemeClr val="bg1"/>
              </a:solidFill>
            </a:endParaRPr>
          </a:p>
          <a:p>
            <a:pPr algn="r">
              <a:defRPr sz="2400">
                <a:solidFill>
                  <a:srgbClr val="FFF2CC"/>
                </a:solidFill>
                <a:latin typeface="Montserrat Bold"/>
                <a:ea typeface="Montserrat Bold"/>
                <a:cs typeface="Montserrat Bold"/>
                <a:sym typeface="Montserrat Bold"/>
              </a:defRPr>
            </a:pPr>
            <a:r>
              <a:rPr lang="en-US" sz="4800" b="1" dirty="0">
                <a:solidFill>
                  <a:schemeClr val="bg1"/>
                </a:solidFill>
              </a:rPr>
              <a:t>Clinician Module</a:t>
            </a:r>
            <a:endParaRPr sz="4000" b="1" dirty="0">
              <a:solidFill>
                <a:schemeClr val="bg1"/>
              </a:solidFill>
            </a:endParaRPr>
          </a:p>
        </p:txBody>
      </p:sp>
      <p:sp>
        <p:nvSpPr>
          <p:cNvPr id="2" name="TextBox 13">
            <a:extLst>
              <a:ext uri="{FF2B5EF4-FFF2-40B4-BE49-F238E27FC236}">
                <a16:creationId xmlns:a16="http://schemas.microsoft.com/office/drawing/2014/main" id="{A0535E85-4857-6CCA-52E7-E3F7C5C15365}"/>
              </a:ext>
            </a:extLst>
          </p:cNvPr>
          <p:cNvSpPr txBox="1"/>
          <p:nvPr/>
        </p:nvSpPr>
        <p:spPr>
          <a:xfrm>
            <a:off x="2405006" y="5285713"/>
            <a:ext cx="9786994" cy="9635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algn="r">
              <a:lnSpc>
                <a:spcPct val="150000"/>
              </a:lnSpc>
              <a:defRPr sz="2400">
                <a:solidFill>
                  <a:srgbClr val="FFF2CC"/>
                </a:solidFill>
                <a:latin typeface="Montserrat Bold"/>
                <a:ea typeface="Montserrat Bold"/>
                <a:cs typeface="Montserrat Bold"/>
                <a:sym typeface="Montserrat Bold"/>
              </a:defRPr>
            </a:pPr>
            <a:r>
              <a:rPr lang="en-US" sz="2000" b="1" dirty="0">
                <a:solidFill>
                  <a:schemeClr val="bg1"/>
                </a:solidFill>
              </a:rPr>
              <a:t>LVCT Health</a:t>
            </a:r>
          </a:p>
          <a:p>
            <a:pPr algn="r">
              <a:lnSpc>
                <a:spcPct val="150000"/>
              </a:lnSpc>
              <a:defRPr sz="2400">
                <a:solidFill>
                  <a:srgbClr val="FFF2CC"/>
                </a:solidFill>
                <a:latin typeface="Montserrat Bold"/>
                <a:ea typeface="Montserrat Bold"/>
                <a:cs typeface="Montserrat Bold"/>
                <a:sym typeface="Montserrat Bold"/>
              </a:defRPr>
            </a:pPr>
            <a:r>
              <a:rPr lang="en-US" sz="2000" b="1" dirty="0">
                <a:solidFill>
                  <a:schemeClr val="bg1"/>
                </a:solidFill>
              </a:rPr>
              <a:t>Lyani Sitti – Supply Chain Specialist</a:t>
            </a:r>
            <a:endParaRPr sz="2000"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4C37A-7223-E418-5D1E-59D705982670}"/>
              </a:ext>
            </a:extLst>
          </p:cNvPr>
          <p:cNvSpPr>
            <a:spLocks noGrp="1"/>
          </p:cNvSpPr>
          <p:nvPr>
            <p:ph type="title"/>
          </p:nvPr>
        </p:nvSpPr>
        <p:spPr/>
        <p:txBody>
          <a:bodyPr/>
          <a:lstStyle/>
          <a:p>
            <a:r>
              <a:rPr lang="en-US" dirty="0"/>
              <a:t>Prescribe or change dose</a:t>
            </a:r>
          </a:p>
        </p:txBody>
      </p:sp>
      <p:sp>
        <p:nvSpPr>
          <p:cNvPr id="3" name="Content Placeholder 2">
            <a:extLst>
              <a:ext uri="{FF2B5EF4-FFF2-40B4-BE49-F238E27FC236}">
                <a16:creationId xmlns:a16="http://schemas.microsoft.com/office/drawing/2014/main" id="{6154EF82-BF64-57FD-F83F-CCBD9FFC35C1}"/>
              </a:ext>
            </a:extLst>
          </p:cNvPr>
          <p:cNvSpPr>
            <a:spLocks noGrp="1"/>
          </p:cNvSpPr>
          <p:nvPr>
            <p:ph idx="1"/>
          </p:nvPr>
        </p:nvSpPr>
        <p:spPr/>
        <p:txBody>
          <a:bodyPr/>
          <a:lstStyle/>
          <a:p>
            <a:r>
              <a:rPr lang="en-US" dirty="0"/>
              <a:t>Registration</a:t>
            </a:r>
          </a:p>
          <a:p>
            <a:r>
              <a:rPr lang="en-US" dirty="0"/>
              <a:t>Introduction</a:t>
            </a:r>
          </a:p>
          <a:p>
            <a:r>
              <a:rPr lang="en-US" dirty="0"/>
              <a:t>	</a:t>
            </a:r>
          </a:p>
        </p:txBody>
      </p:sp>
    </p:spTree>
    <p:extLst>
      <p:ext uri="{BB962C8B-B14F-4D97-AF65-F5344CB8AC3E}">
        <p14:creationId xmlns:p14="http://schemas.microsoft.com/office/powerpoint/2010/main" val="1028053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95D24-D9CC-6193-2AD5-546A75478A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FD25F2-150C-AD30-6E53-EDEE87C18AF4}"/>
              </a:ext>
            </a:extLst>
          </p:cNvPr>
          <p:cNvSpPr>
            <a:spLocks noGrp="1"/>
          </p:cNvSpPr>
          <p:nvPr>
            <p:ph type="title"/>
          </p:nvPr>
        </p:nvSpPr>
        <p:spPr/>
        <p:txBody>
          <a:bodyPr/>
          <a:lstStyle/>
          <a:p>
            <a:r>
              <a:rPr lang="en-US" dirty="0"/>
              <a:t>New Client Encounter</a:t>
            </a:r>
          </a:p>
        </p:txBody>
      </p:sp>
      <p:sp>
        <p:nvSpPr>
          <p:cNvPr id="3" name="Content Placeholder 2">
            <a:extLst>
              <a:ext uri="{FF2B5EF4-FFF2-40B4-BE49-F238E27FC236}">
                <a16:creationId xmlns:a16="http://schemas.microsoft.com/office/drawing/2014/main" id="{BA1F5AC2-EB4A-6E22-7481-F4879E6E8FD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304453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6CA7-C314-750C-8941-B59BE5AE1678}"/>
              </a:ext>
            </a:extLst>
          </p:cNvPr>
          <p:cNvSpPr>
            <a:spLocks noGrp="1"/>
          </p:cNvSpPr>
          <p:nvPr>
            <p:ph type="title"/>
          </p:nvPr>
        </p:nvSpPr>
        <p:spPr/>
        <p:txBody>
          <a:bodyPr/>
          <a:lstStyle/>
          <a:p>
            <a:r>
              <a:rPr lang="en-US" dirty="0"/>
              <a:t>Prescribe other drugs</a:t>
            </a:r>
          </a:p>
        </p:txBody>
      </p:sp>
      <p:sp>
        <p:nvSpPr>
          <p:cNvPr id="3" name="Content Placeholder 2">
            <a:extLst>
              <a:ext uri="{FF2B5EF4-FFF2-40B4-BE49-F238E27FC236}">
                <a16:creationId xmlns:a16="http://schemas.microsoft.com/office/drawing/2014/main" id="{6B7E13A8-19C9-CF3C-93CB-7C9C6B988AC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424743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 name="Text Placeholder 1"/>
          <p:cNvSpPr txBox="1">
            <a:spLocks noGrp="1"/>
          </p:cNvSpPr>
          <p:nvPr>
            <p:ph type="body" sz="quarter" idx="1"/>
          </p:nvPr>
        </p:nvSpPr>
        <p:spPr>
          <a:xfrm>
            <a:off x="2696751" y="2183944"/>
            <a:ext cx="7256955" cy="687136"/>
          </a:xfrm>
          <a:prstGeom prst="rect">
            <a:avLst/>
          </a:prstGeom>
        </p:spPr>
        <p:txBody>
          <a:bodyPr>
            <a:normAutofit lnSpcReduction="10000"/>
          </a:bodyPr>
          <a:lstStyle>
            <a:lvl1pPr defTabSz="896111">
              <a:lnSpc>
                <a:spcPct val="100000"/>
              </a:lnSpc>
              <a:spcBef>
                <a:spcPts val="0"/>
              </a:spcBef>
              <a:defRPr sz="4000" b="1">
                <a:solidFill>
                  <a:srgbClr val="7030A0"/>
                </a:solidFill>
                <a:latin typeface="+mn-lt"/>
                <a:ea typeface="+mn-ea"/>
                <a:cs typeface="+mn-cs"/>
                <a:sym typeface="Calibri"/>
              </a:defRPr>
            </a:lvl1pPr>
          </a:lstStyle>
          <a:p>
            <a:r>
              <a:rPr dirty="0"/>
              <a:t>THANK YOU</a:t>
            </a:r>
          </a:p>
        </p:txBody>
      </p:sp>
      <p:grpSp>
        <p:nvGrpSpPr>
          <p:cNvPr id="531" name="Group"/>
          <p:cNvGrpSpPr/>
          <p:nvPr/>
        </p:nvGrpSpPr>
        <p:grpSpPr>
          <a:xfrm>
            <a:off x="2555551" y="2754570"/>
            <a:ext cx="7539354" cy="1633320"/>
            <a:chOff x="0" y="0"/>
            <a:chExt cx="7539353" cy="1633319"/>
          </a:xfrm>
        </p:grpSpPr>
        <p:sp>
          <p:nvSpPr>
            <p:cNvPr id="521" name="TextBox 5"/>
            <p:cNvSpPr txBox="1"/>
            <p:nvPr/>
          </p:nvSpPr>
          <p:spPr>
            <a:xfrm>
              <a:off x="0" y="0"/>
              <a:ext cx="7539354" cy="122173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t">
              <a:spAutoFit/>
            </a:bodyPr>
            <a:lstStyle/>
            <a:p>
              <a:pPr algn="ctr">
                <a:defRPr sz="2400" b="1">
                  <a:solidFill>
                    <a:srgbClr val="7030A0"/>
                  </a:solidFill>
                  <a:latin typeface="Open Sans Bold"/>
                  <a:ea typeface="Open Sans Bold"/>
                  <a:cs typeface="Open Sans Bold"/>
                  <a:sym typeface="Open Sans Bold"/>
                </a:defRPr>
              </a:pPr>
              <a:r>
                <a:rPr dirty="0"/>
                <a:t>Contact us</a:t>
              </a:r>
              <a:endParaRPr dirty="0">
                <a:latin typeface="Open Sans"/>
                <a:ea typeface="Open Sans"/>
                <a:cs typeface="Open Sans"/>
                <a:sym typeface="Open Sans"/>
              </a:endParaRPr>
            </a:p>
            <a:p>
              <a:pPr algn="ctr">
                <a:defRPr>
                  <a:latin typeface="Open Sans"/>
                  <a:ea typeface="Open Sans"/>
                  <a:cs typeface="Open Sans"/>
                  <a:sym typeface="Open Sans"/>
                </a:defRPr>
              </a:pPr>
              <a:r>
                <a:rPr dirty="0"/>
                <a:t>  </a:t>
              </a:r>
              <a:r>
                <a:rPr b="1" dirty="0"/>
                <a:t>www.lvcthealth.org   www.lvctgroup.org   www.one2onekenya.org</a:t>
              </a:r>
            </a:p>
          </p:txBody>
        </p:sp>
        <p:pic>
          <p:nvPicPr>
            <p:cNvPr id="522" name="Picture 6" descr="Picture 6"/>
            <p:cNvPicPr>
              <a:picLocks noChangeAspect="1"/>
            </p:cNvPicPr>
            <p:nvPr/>
          </p:nvPicPr>
          <p:blipFill>
            <a:blip r:embed="rId2"/>
            <a:srcRect l="3725" r="70336" b="8934"/>
            <a:stretch>
              <a:fillRect/>
            </a:stretch>
          </p:blipFill>
          <p:spPr>
            <a:xfrm>
              <a:off x="3793344" y="1325345"/>
              <a:ext cx="248842" cy="249636"/>
            </a:xfrm>
            <a:custGeom>
              <a:avLst/>
              <a:gdLst/>
              <a:ahLst/>
              <a:cxnLst>
                <a:cxn ang="0">
                  <a:pos x="wd2" y="hd2"/>
                </a:cxn>
                <a:cxn ang="5400000">
                  <a:pos x="wd2" y="hd2"/>
                </a:cxn>
                <a:cxn ang="10800000">
                  <a:pos x="wd2" y="hd2"/>
                </a:cxn>
                <a:cxn ang="16200000">
                  <a:pos x="wd2" y="hd2"/>
                </a:cxn>
              </a:cxnLst>
              <a:rect l="0" t="0" r="r" b="b"/>
              <a:pathLst>
                <a:path w="21600" h="21600" extrusionOk="0">
                  <a:moveTo>
                    <a:pt x="10817" y="0"/>
                  </a:moveTo>
                  <a:cubicBezTo>
                    <a:pt x="4851" y="0"/>
                    <a:pt x="0" y="4820"/>
                    <a:pt x="0" y="10783"/>
                  </a:cubicBezTo>
                  <a:cubicBezTo>
                    <a:pt x="0" y="16746"/>
                    <a:pt x="4851" y="21600"/>
                    <a:pt x="10817" y="21600"/>
                  </a:cubicBezTo>
                  <a:cubicBezTo>
                    <a:pt x="16784" y="21600"/>
                    <a:pt x="21600" y="16746"/>
                    <a:pt x="21600" y="10783"/>
                  </a:cubicBezTo>
                  <a:cubicBezTo>
                    <a:pt x="21600" y="4820"/>
                    <a:pt x="16784" y="0"/>
                    <a:pt x="10817" y="0"/>
                  </a:cubicBezTo>
                  <a:close/>
                </a:path>
              </a:pathLst>
            </a:custGeom>
            <a:ln w="12700" cap="flat">
              <a:noFill/>
              <a:miter lim="400000"/>
            </a:ln>
            <a:effectLst/>
          </p:spPr>
        </p:pic>
        <p:grpSp>
          <p:nvGrpSpPr>
            <p:cNvPr id="530" name="Group 16"/>
            <p:cNvGrpSpPr/>
            <p:nvPr/>
          </p:nvGrpSpPr>
          <p:grpSpPr>
            <a:xfrm>
              <a:off x="549716" y="1267003"/>
              <a:ext cx="6736097" cy="366317"/>
              <a:chOff x="-1" y="-1"/>
              <a:chExt cx="6736096" cy="366315"/>
            </a:xfrm>
          </p:grpSpPr>
          <p:pic>
            <p:nvPicPr>
              <p:cNvPr id="523" name="Picture 4" descr="Picture 4"/>
              <p:cNvPicPr>
                <a:picLocks noChangeAspect="1"/>
              </p:cNvPicPr>
              <p:nvPr/>
            </p:nvPicPr>
            <p:blipFill>
              <a:blip r:embed="rId2"/>
              <a:srcRect l="72042" t="7407" r="4771" b="7431"/>
              <a:stretch>
                <a:fillRect/>
              </a:stretch>
            </p:blipFill>
            <p:spPr>
              <a:xfrm>
                <a:off x="1849123" y="69217"/>
                <a:ext cx="266701" cy="28059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5" y="0"/>
                      <a:pt x="0" y="4849"/>
                      <a:pt x="0" y="10815"/>
                    </a:cubicBezTo>
                    <a:cubicBezTo>
                      <a:pt x="0" y="16782"/>
                      <a:pt x="4835" y="21600"/>
                      <a:pt x="10800" y="21600"/>
                    </a:cubicBezTo>
                    <a:cubicBezTo>
                      <a:pt x="16765" y="21600"/>
                      <a:pt x="21600" y="16782"/>
                      <a:pt x="21600" y="10815"/>
                    </a:cubicBezTo>
                    <a:cubicBezTo>
                      <a:pt x="21600" y="4849"/>
                      <a:pt x="16765" y="0"/>
                      <a:pt x="10800" y="0"/>
                    </a:cubicBezTo>
                    <a:close/>
                  </a:path>
                </a:pathLst>
              </a:custGeom>
              <a:ln w="12700" cap="flat">
                <a:noFill/>
                <a:miter lim="400000"/>
              </a:ln>
              <a:effectLst/>
            </p:spPr>
          </p:pic>
          <p:pic>
            <p:nvPicPr>
              <p:cNvPr id="524" name="Picture 7" descr="Picture 7"/>
              <p:cNvPicPr>
                <a:picLocks noChangeAspect="1"/>
              </p:cNvPicPr>
              <p:nvPr/>
            </p:nvPicPr>
            <p:blipFill>
              <a:blip r:embed="rId2"/>
              <a:srcRect l="38254" t="9556" r="38342" b="9243"/>
              <a:stretch>
                <a:fillRect/>
              </a:stretch>
            </p:blipFill>
            <p:spPr>
              <a:xfrm>
                <a:off x="-2" y="69217"/>
                <a:ext cx="250033" cy="248444"/>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2" y="0"/>
                      <a:pt x="0" y="4839"/>
                      <a:pt x="0" y="10800"/>
                    </a:cubicBezTo>
                    <a:cubicBezTo>
                      <a:pt x="0" y="16761"/>
                      <a:pt x="4832" y="21600"/>
                      <a:pt x="10800" y="21600"/>
                    </a:cubicBezTo>
                    <a:cubicBezTo>
                      <a:pt x="16768" y="21600"/>
                      <a:pt x="21600" y="16761"/>
                      <a:pt x="21600" y="10800"/>
                    </a:cubicBezTo>
                    <a:cubicBezTo>
                      <a:pt x="21600" y="4839"/>
                      <a:pt x="16768" y="0"/>
                      <a:pt x="10800" y="0"/>
                    </a:cubicBezTo>
                    <a:close/>
                  </a:path>
                </a:pathLst>
              </a:custGeom>
              <a:ln w="12700" cap="flat">
                <a:noFill/>
                <a:miter lim="400000"/>
              </a:ln>
              <a:effectLst/>
            </p:spPr>
          </p:pic>
          <p:sp>
            <p:nvSpPr>
              <p:cNvPr id="525" name="Rectangle 9"/>
              <p:cNvSpPr txBox="1"/>
              <p:nvPr/>
            </p:nvSpPr>
            <p:spPr>
              <a:xfrm>
                <a:off x="360046" y="60327"/>
                <a:ext cx="1286520" cy="2413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b">
                <a:spAutoFit/>
              </a:bodyPr>
              <a:lstStyle/>
              <a:p>
                <a:pPr>
                  <a:defRPr sz="1400" b="1" cap="all">
                    <a:latin typeface="Open Sans"/>
                    <a:ea typeface="Open Sans"/>
                    <a:cs typeface="Open Sans"/>
                    <a:sym typeface="Open Sans"/>
                  </a:defRPr>
                </a:pPr>
                <a:r>
                  <a:rPr dirty="0"/>
                  <a:t>@</a:t>
                </a:r>
                <a:r>
                  <a:rPr b="0" cap="none" dirty="0"/>
                  <a:t>LVCTKenya </a:t>
                </a:r>
              </a:p>
            </p:txBody>
          </p:sp>
          <p:sp>
            <p:nvSpPr>
              <p:cNvPr id="526" name="Rectangle 9"/>
              <p:cNvSpPr txBox="1"/>
              <p:nvPr/>
            </p:nvSpPr>
            <p:spPr>
              <a:xfrm>
                <a:off x="2223138" y="76202"/>
                <a:ext cx="1286518" cy="2413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b">
                <a:spAutoFit/>
              </a:bodyPr>
              <a:lstStyle>
                <a:lvl1pPr>
                  <a:defRPr sz="1400">
                    <a:latin typeface="Open Sans"/>
                    <a:ea typeface="Open Sans"/>
                    <a:cs typeface="Open Sans"/>
                    <a:sym typeface="Open Sans"/>
                  </a:defRPr>
                </a:lvl1pPr>
              </a:lstStyle>
              <a:p>
                <a:r>
                  <a:rPr dirty="0"/>
                  <a:t>@lvctKe </a:t>
                </a:r>
              </a:p>
            </p:txBody>
          </p:sp>
          <p:sp>
            <p:nvSpPr>
              <p:cNvPr id="527" name="Rectangle 9"/>
              <p:cNvSpPr txBox="1"/>
              <p:nvPr/>
            </p:nvSpPr>
            <p:spPr>
              <a:xfrm>
                <a:off x="3509650" y="59692"/>
                <a:ext cx="1286518" cy="2413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b">
                <a:spAutoFit/>
              </a:bodyPr>
              <a:lstStyle>
                <a:lvl1pPr>
                  <a:defRPr sz="1400">
                    <a:latin typeface="Open Sans"/>
                    <a:ea typeface="Open Sans"/>
                    <a:cs typeface="Open Sans"/>
                    <a:sym typeface="Open Sans"/>
                  </a:defRPr>
                </a:lvl1pPr>
              </a:lstStyle>
              <a:p>
                <a:r>
                  <a:rPr dirty="0"/>
                  <a:t> </a:t>
                </a:r>
                <a:r>
                  <a:rPr dirty="0" err="1"/>
                  <a:t>LVCTHealth</a:t>
                </a:r>
                <a:r>
                  <a:rPr dirty="0"/>
                  <a:t>  </a:t>
                </a:r>
              </a:p>
            </p:txBody>
          </p:sp>
          <p:pic>
            <p:nvPicPr>
              <p:cNvPr id="528" name="Picture 14" descr="Picture 14"/>
              <p:cNvPicPr>
                <a:picLocks noChangeAspect="1"/>
              </p:cNvPicPr>
              <p:nvPr/>
            </p:nvPicPr>
            <p:blipFill>
              <a:blip r:embed="rId3"/>
              <a:srcRect l="20414" t="52843" r="62763" b="26555"/>
              <a:stretch>
                <a:fillRect/>
              </a:stretch>
            </p:blipFill>
            <p:spPr>
              <a:xfrm>
                <a:off x="4885696" y="-2"/>
                <a:ext cx="395686" cy="366317"/>
              </a:xfrm>
              <a:custGeom>
                <a:avLst/>
                <a:gdLst/>
                <a:ahLst/>
                <a:cxnLst>
                  <a:cxn ang="0">
                    <a:pos x="wd2" y="hd2"/>
                  </a:cxn>
                  <a:cxn ang="5400000">
                    <a:pos x="wd2" y="hd2"/>
                  </a:cxn>
                  <a:cxn ang="10800000">
                    <a:pos x="wd2" y="hd2"/>
                  </a:cxn>
                  <a:cxn ang="16200000">
                    <a:pos x="wd2" y="hd2"/>
                  </a:cxn>
                </a:cxnLst>
                <a:rect l="0" t="0" r="r" b="b"/>
                <a:pathLst>
                  <a:path w="21600" h="21600" extrusionOk="0">
                    <a:moveTo>
                      <a:pt x="3336" y="0"/>
                    </a:moveTo>
                    <a:cubicBezTo>
                      <a:pt x="1495" y="0"/>
                      <a:pt x="0" y="1615"/>
                      <a:pt x="0" y="3604"/>
                    </a:cubicBezTo>
                    <a:lnTo>
                      <a:pt x="0" y="17996"/>
                    </a:lnTo>
                    <a:cubicBezTo>
                      <a:pt x="0" y="19985"/>
                      <a:pt x="1495" y="21600"/>
                      <a:pt x="3336" y="21600"/>
                    </a:cubicBezTo>
                    <a:lnTo>
                      <a:pt x="18264" y="21600"/>
                    </a:lnTo>
                    <a:cubicBezTo>
                      <a:pt x="20105" y="21600"/>
                      <a:pt x="21600" y="19985"/>
                      <a:pt x="21600" y="17996"/>
                    </a:cubicBezTo>
                    <a:lnTo>
                      <a:pt x="21600" y="3604"/>
                    </a:lnTo>
                    <a:cubicBezTo>
                      <a:pt x="21600" y="1615"/>
                      <a:pt x="20105" y="0"/>
                      <a:pt x="18264" y="0"/>
                    </a:cubicBezTo>
                    <a:lnTo>
                      <a:pt x="3336" y="0"/>
                    </a:lnTo>
                    <a:close/>
                  </a:path>
                </a:pathLst>
              </a:custGeom>
              <a:ln w="12700" cap="flat">
                <a:noFill/>
                <a:miter lim="400000"/>
              </a:ln>
              <a:effectLst/>
            </p:spPr>
          </p:pic>
          <p:sp>
            <p:nvSpPr>
              <p:cNvPr id="529" name="Rectangle 9"/>
              <p:cNvSpPr txBox="1"/>
              <p:nvPr/>
            </p:nvSpPr>
            <p:spPr>
              <a:xfrm>
                <a:off x="5449578" y="59692"/>
                <a:ext cx="1286518" cy="2413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b">
                <a:spAutoFit/>
              </a:bodyPr>
              <a:lstStyle>
                <a:lvl1pPr>
                  <a:defRPr sz="1400">
                    <a:latin typeface="Open Sans"/>
                    <a:ea typeface="Open Sans"/>
                    <a:cs typeface="Open Sans"/>
                    <a:sym typeface="Open Sans"/>
                  </a:defRPr>
                </a:lvl1pPr>
              </a:lstStyle>
              <a:p>
                <a:r>
                  <a:t> TheLVCT</a:t>
                </a:r>
              </a:p>
            </p:txBody>
          </p:sp>
        </p:grpSp>
      </p:grpSp>
    </p:spTree>
  </p:cSld>
  <p:clrMapOvr>
    <a:masterClrMapping/>
  </p:clrMapOvr>
  <p:transition spd="me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B45186E328FC649B51464FD47890C2C" ma:contentTypeVersion="18" ma:contentTypeDescription="Create a new document." ma:contentTypeScope="" ma:versionID="807dab642be66d37d10e00fd4b887dee">
  <xsd:schema xmlns:xsd="http://www.w3.org/2001/XMLSchema" xmlns:xs="http://www.w3.org/2001/XMLSchema" xmlns:p="http://schemas.microsoft.com/office/2006/metadata/properties" xmlns:ns3="251fd010-b742-4811-9588-b4703d2012cb" xmlns:ns4="77d4576e-d9d6-4da1-8360-e2ad9ef4ca05" targetNamespace="http://schemas.microsoft.com/office/2006/metadata/properties" ma:root="true" ma:fieldsID="f06c76f61223f66e3b87cb3fcc6a352d" ns3:_="" ns4:_="">
    <xsd:import namespace="251fd010-b742-4811-9588-b4703d2012cb"/>
    <xsd:import namespace="77d4576e-d9d6-4da1-8360-e2ad9ef4ca05"/>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Location"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AutoKeyPoints" minOccurs="0"/>
                <xsd:element ref="ns3:MediaServiceKeyPoints"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1fd010-b742-4811-9588-b4703d2012cb"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Tags" ma:index="10" nillable="true" ma:displayName="MediaServiceAutoTags" ma:description="" ma:internalName="MediaServiceAutoTags" ma:readOnly="true">
      <xsd:simpleType>
        <xsd:restriction base="dms:Text"/>
      </xsd:simpleType>
    </xsd:element>
    <xsd:element name="MediaServiceDateTaken" ma:index="11" nillable="true" ma:displayName="MediaServiceDateTaken" ma:description="" ma:hidden="true" ma:internalName="MediaServiceDateTaken" ma:readOnly="true">
      <xsd:simpleType>
        <xsd:restriction base="dms:Text"/>
      </xsd:simpleType>
    </xsd:element>
    <xsd:element name="MediaServiceLocation" ma:index="12" nillable="true" ma:displayName="MediaServiceLocation" ma:description="" ma:internalName="MediaServiceLocatio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MediaLengthInSeconds" ma:hidden="true"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7d4576e-d9d6-4da1-8360-e2ad9ef4ca05"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251fd010-b742-4811-9588-b4703d2012cb" xsi:nil="true"/>
  </documentManagement>
</p:properties>
</file>

<file path=customXml/itemProps1.xml><?xml version="1.0" encoding="utf-8"?>
<ds:datastoreItem xmlns:ds="http://schemas.openxmlformats.org/officeDocument/2006/customXml" ds:itemID="{0D9F3E59-ADB1-4690-9E3F-FC7B6EA73BA8}">
  <ds:schemaRefs>
    <ds:schemaRef ds:uri="http://schemas.microsoft.com/sharepoint/v3/contenttype/forms"/>
  </ds:schemaRefs>
</ds:datastoreItem>
</file>

<file path=customXml/itemProps2.xml><?xml version="1.0" encoding="utf-8"?>
<ds:datastoreItem xmlns:ds="http://schemas.openxmlformats.org/officeDocument/2006/customXml" ds:itemID="{AA426EF8-8E40-44D2-A4A6-55E0597503B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51fd010-b742-4811-9588-b4703d2012cb"/>
    <ds:schemaRef ds:uri="77d4576e-d9d6-4da1-8360-e2ad9ef4ca0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15D77DB-F3EA-452D-8C5B-7EC3AC5D8960}">
  <ds:schemaRefs>
    <ds:schemaRef ds:uri="http://schemas.microsoft.com/office/infopath/2007/PartnerControls"/>
    <ds:schemaRef ds:uri="http://purl.org/dc/dcmitype/"/>
    <ds:schemaRef ds:uri="77d4576e-d9d6-4da1-8360-e2ad9ef4ca05"/>
    <ds:schemaRef ds:uri="http://schemas.microsoft.com/office/2006/documentManagement/types"/>
    <ds:schemaRef ds:uri="http://purl.org/dc/elements/1.1/"/>
    <ds:schemaRef ds:uri="http://schemas.openxmlformats.org/package/2006/metadata/core-properties"/>
    <ds:schemaRef ds:uri="251fd010-b742-4811-9588-b4703d2012cb"/>
    <ds:schemaRef ds:uri="http://schemas.microsoft.com/office/2006/metadata/properties"/>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otalTime>14310</TotalTime>
  <Words>51</Words>
  <Application>Microsoft Office PowerPoint</Application>
  <PresentationFormat>Widescreen</PresentationFormat>
  <Paragraphs>17</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Calibri Light</vt:lpstr>
      <vt:lpstr>Montserrat Bold</vt:lpstr>
      <vt:lpstr>Open Sans</vt:lpstr>
      <vt:lpstr>Office Theme</vt:lpstr>
      <vt:lpstr>PowerPoint Presentation</vt:lpstr>
      <vt:lpstr>Prescribe or change dose</vt:lpstr>
      <vt:lpstr>New Client Encounter</vt:lpstr>
      <vt:lpstr>Prescribe other drugs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Robinson Karuga</dc:creator>
  <cp:lastModifiedBy>Dr Lyani Simon Sitti</cp:lastModifiedBy>
  <cp:revision>122</cp:revision>
  <cp:lastPrinted>2025-10-08T07:58:12Z</cp:lastPrinted>
  <dcterms:created xsi:type="dcterms:W3CDTF">2023-05-15T05:21:53Z</dcterms:created>
  <dcterms:modified xsi:type="dcterms:W3CDTF">2025-10-23T07:53:46Z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0x0101003B45186E328FC649B51464FD47890C2C</vt:lpwstr>
  </property>
</Properties>
</file>