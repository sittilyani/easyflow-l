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notesMasterIdLst>
    <p:notesMasterId r:id="rId20"/>
  </p:notesMasterIdLst>
  <p:sldIdLst>
    <p:sldId id="2147476128" r:id="rId5"/>
    <p:sldId id="2147476129" r:id="rId6"/>
    <p:sldId id="2147476131" r:id="rId7"/>
    <p:sldId id="2147476130" r:id="rId8"/>
    <p:sldId id="2147476132" r:id="rId9"/>
    <p:sldId id="2147476133" r:id="rId10"/>
    <p:sldId id="2147476134" r:id="rId11"/>
    <p:sldId id="2147476135" r:id="rId12"/>
    <p:sldId id="2147476136" r:id="rId13"/>
    <p:sldId id="2147476137" r:id="rId14"/>
    <p:sldId id="2147476138" r:id="rId15"/>
    <p:sldId id="2147476139" r:id="rId16"/>
    <p:sldId id="2147476140" r:id="rId17"/>
    <p:sldId id="2147476141" r:id="rId18"/>
    <p:sldId id="286" r:id="rId1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222A33-5A5E-70CE-A0A7-7F321AA47E1D}" name="Dr. Catherine Njigua" initials="CN" userId="S::Catherine.Njigua@lvcthealth.org::5b5ee608-4753-4c11-89f8-922fc9179e6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bert Kimathi" initials="RK" lastIdx="1" clrIdx="0">
    <p:extLst>
      <p:ext uri="{19B8F6BF-5375-455C-9EA6-DF929625EA0E}">
        <p15:presenceInfo xmlns:p15="http://schemas.microsoft.com/office/powerpoint/2012/main" userId="S-1-5-21-941697188-663216501-4271533306-15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0900" autoAdjust="0"/>
  </p:normalViewPr>
  <p:slideViewPr>
    <p:cSldViewPr snapToGrid="0">
      <p:cViewPr varScale="1">
        <p:scale>
          <a:sx n="63" d="100"/>
          <a:sy n="63" d="100"/>
        </p:scale>
        <p:origin x="4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F83AF51-81EC-4D4E-8E29-5A348A226F70}" type="datetimeFigureOut">
              <a:rPr lang="en-US" smtClean="0"/>
              <a:t>2025-10-21</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513CFAE-12A7-4AB9-AF60-93C8B562953B}" type="slidenum">
              <a:rPr lang="en-US" smtClean="0"/>
              <a:t>‹#›</a:t>
            </a:fld>
            <a:endParaRPr lang="en-US"/>
          </a:p>
        </p:txBody>
      </p:sp>
    </p:spTree>
    <p:extLst>
      <p:ext uri="{BB962C8B-B14F-4D97-AF65-F5344CB8AC3E}">
        <p14:creationId xmlns:p14="http://schemas.microsoft.com/office/powerpoint/2010/main" val="1644185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5B80-8245-47E7-8F92-F87F087C9885}"/>
              </a:ext>
            </a:extLst>
          </p:cNvPr>
          <p:cNvSpPr>
            <a:spLocks noGrp="1"/>
          </p:cNvSpPr>
          <p:nvPr>
            <p:ph type="ctrTitle"/>
          </p:nvPr>
        </p:nvSpPr>
        <p:spPr>
          <a:xfrm>
            <a:off x="1524000" y="1271847"/>
            <a:ext cx="9144000" cy="2238116"/>
          </a:xfrm>
        </p:spPr>
        <p:txBody>
          <a:bodyPr anchor="b"/>
          <a:lstStyle>
            <a:lvl1pPr algn="ctr">
              <a:defRPr sz="6000" b="1"/>
            </a:lvl1pPr>
          </a:lstStyle>
          <a:p>
            <a:r>
              <a:rPr lang="en-US" dirty="0"/>
              <a:t>Click to edit Master title style</a:t>
            </a:r>
            <a:endParaRPr lang="en-KE" dirty="0"/>
          </a:p>
        </p:txBody>
      </p:sp>
      <p:sp>
        <p:nvSpPr>
          <p:cNvPr id="3" name="Subtitle 2">
            <a:extLst>
              <a:ext uri="{FF2B5EF4-FFF2-40B4-BE49-F238E27FC236}">
                <a16:creationId xmlns:a16="http://schemas.microsoft.com/office/drawing/2014/main" id="{7F162DC4-E5B4-4D8F-9EE1-85181E5C3177}"/>
              </a:ext>
            </a:extLst>
          </p:cNvPr>
          <p:cNvSpPr>
            <a:spLocks noGrp="1"/>
          </p:cNvSpPr>
          <p:nvPr>
            <p:ph type="subTitle" idx="1"/>
          </p:nvPr>
        </p:nvSpPr>
        <p:spPr>
          <a:xfrm>
            <a:off x="1524000" y="3602038"/>
            <a:ext cx="9144000" cy="148535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KE" dirty="0"/>
          </a:p>
        </p:txBody>
      </p:sp>
      <p:sp>
        <p:nvSpPr>
          <p:cNvPr id="4" name="Date Placeholder 3">
            <a:extLst>
              <a:ext uri="{FF2B5EF4-FFF2-40B4-BE49-F238E27FC236}">
                <a16:creationId xmlns:a16="http://schemas.microsoft.com/office/drawing/2014/main" id="{D030AF6A-FC03-4F1A-B131-628A157A630B}"/>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70C34169-BF00-46FC-B1CD-D629625EB418}"/>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C839D16-34D6-4868-8763-C27671DCD4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98D0AF1E-40D9-404C-99ED-05D50E0B8294}"/>
              </a:ext>
            </a:extLst>
          </p:cNvPr>
          <p:cNvPicPr>
            <a:picLocks noChangeAspect="1"/>
          </p:cNvPicPr>
          <p:nvPr userDrawn="1"/>
        </p:nvPicPr>
        <p:blipFill>
          <a:blip r:embed="rId2"/>
          <a:stretch>
            <a:fillRect/>
          </a:stretch>
        </p:blipFill>
        <p:spPr>
          <a:xfrm>
            <a:off x="0" y="0"/>
            <a:ext cx="264463" cy="6858000"/>
          </a:xfrm>
          <a:prstGeom prst="rect">
            <a:avLst/>
          </a:prstGeom>
        </p:spPr>
      </p:pic>
      <p:pic>
        <p:nvPicPr>
          <p:cNvPr id="8" name="Picture 7">
            <a:extLst>
              <a:ext uri="{FF2B5EF4-FFF2-40B4-BE49-F238E27FC236}">
                <a16:creationId xmlns:a16="http://schemas.microsoft.com/office/drawing/2014/main" id="{4DB5499F-4121-487D-A4A2-C8592EB23EB9}"/>
              </a:ext>
            </a:extLst>
          </p:cNvPr>
          <p:cNvPicPr>
            <a:picLocks noChangeAspect="1"/>
          </p:cNvPicPr>
          <p:nvPr userDrawn="1"/>
        </p:nvPicPr>
        <p:blipFill>
          <a:blip r:embed="rId3"/>
          <a:stretch>
            <a:fillRect/>
          </a:stretch>
        </p:blipFill>
        <p:spPr>
          <a:xfrm>
            <a:off x="9202150" y="4913144"/>
            <a:ext cx="2798696" cy="1944856"/>
          </a:xfrm>
          <a:prstGeom prst="rect">
            <a:avLst/>
          </a:prstGeom>
        </p:spPr>
      </p:pic>
      <p:pic>
        <p:nvPicPr>
          <p:cNvPr id="10" name="Picture 5" descr="Picture 5">
            <a:extLst>
              <a:ext uri="{FF2B5EF4-FFF2-40B4-BE49-F238E27FC236}">
                <a16:creationId xmlns:a16="http://schemas.microsoft.com/office/drawing/2014/main" id="{DC3B5A27-1D4C-4ABD-8F90-8FDBF56D760D}"/>
              </a:ext>
            </a:extLst>
          </p:cNvPr>
          <p:cNvPicPr>
            <a:picLocks noChangeAspect="1"/>
          </p:cNvPicPr>
          <p:nvPr userDrawn="1"/>
        </p:nvPicPr>
        <p:blipFill rotWithShape="1">
          <a:blip r:embed="rId4"/>
          <a:srcRect b="77755"/>
          <a:stretch/>
        </p:blipFill>
        <p:spPr>
          <a:xfrm>
            <a:off x="-321" y="0"/>
            <a:ext cx="12192321" cy="1463040"/>
          </a:xfrm>
          <a:prstGeom prst="rect">
            <a:avLst/>
          </a:prstGeom>
          <a:ln w="12700">
            <a:miter lim="400000"/>
          </a:ln>
        </p:spPr>
      </p:pic>
    </p:spTree>
    <p:extLst>
      <p:ext uri="{BB962C8B-B14F-4D97-AF65-F5344CB8AC3E}">
        <p14:creationId xmlns:p14="http://schemas.microsoft.com/office/powerpoint/2010/main" val="847304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FD0E-F289-4739-B51D-93D8ECB49EAC}"/>
              </a:ext>
            </a:extLst>
          </p:cNvPr>
          <p:cNvSpPr>
            <a:spLocks noGrp="1"/>
          </p:cNvSpPr>
          <p:nvPr>
            <p:ph type="title"/>
          </p:nvPr>
        </p:nvSpPr>
        <p:spPr/>
        <p:txBody>
          <a:bodyPr/>
          <a:lstStyle>
            <a:lvl1pPr>
              <a:defRPr b="1">
                <a:solidFill>
                  <a:srgbClr val="7030A0"/>
                </a:solidFill>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07DB4E9A-8FFE-4CA1-8B41-D5C450A4FD54}"/>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KE" dirty="0"/>
          </a:p>
        </p:txBody>
      </p:sp>
      <p:sp>
        <p:nvSpPr>
          <p:cNvPr id="4" name="Date Placeholder 3">
            <a:extLst>
              <a:ext uri="{FF2B5EF4-FFF2-40B4-BE49-F238E27FC236}">
                <a16:creationId xmlns:a16="http://schemas.microsoft.com/office/drawing/2014/main" id="{C3C97476-FECE-4719-B009-0D255D21E7C6}"/>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6522D34D-2E6E-441E-B9DA-CF6D02F7C92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37853D1-F052-40DE-96A6-B0653876A81C}"/>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F73F8EB9-9FCB-414F-9387-E8AD62548EF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A3F57C81-0622-4D7E-88A8-9437FD558765}"/>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06286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1821-35C3-49C0-ADB0-3A2917504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1A063AAC-F1E6-4E18-91BF-B6280C3D7D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9CEE087-7AD0-4D75-B56C-C4360323A468}"/>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1AD648FB-9936-4D87-B1F3-599FCBFB09E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535C08F-9069-4252-A1A8-5F1A62D09B40}"/>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2279C091-2B0A-44A6-8006-E7C9D509443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34E5DECD-E0DF-42B3-9FAB-1697FE85FDA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390124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F139-57A0-493E-BE47-EE804F1EAE56}"/>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CB716A86-D939-48DD-8302-1A8BBBB576D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31D40F62-65B3-432A-80E8-73E3A539FF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5515B12C-60C5-4D68-8CFB-AB9947A44A2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746FCA30-5EF9-4F3B-9BD1-D18BA7B1C0E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D5FA727-8468-4356-A312-190992E7881D}"/>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C058416B-A2CA-4D09-B92A-58AF9FFEE63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92A2D680-560D-4815-B7C6-3A3F68CF8723}"/>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86952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9E82-0737-4810-8AEF-90F656AE3EEF}"/>
              </a:ext>
            </a:extLst>
          </p:cNvPr>
          <p:cNvSpPr>
            <a:spLocks noGrp="1"/>
          </p:cNvSpPr>
          <p:nvPr>
            <p:ph type="title"/>
          </p:nvPr>
        </p:nvSpPr>
        <p:spPr>
          <a:xfrm>
            <a:off x="839788" y="365125"/>
            <a:ext cx="10515600" cy="1325563"/>
          </a:xfrm>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1F9BAEAB-C836-4593-8A76-9689F9765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820AF5-1282-46CF-A314-21F17AADC1E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BAF5AA7A-827C-4FF1-B780-0D2AF953D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4260CBC-06F1-46CD-9136-071D09E10C1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0883A9D4-5EAA-424C-AFFD-4841EECA5048}"/>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8" name="Footer Placeholder 7">
            <a:extLst>
              <a:ext uri="{FF2B5EF4-FFF2-40B4-BE49-F238E27FC236}">
                <a16:creationId xmlns:a16="http://schemas.microsoft.com/office/drawing/2014/main" id="{6C21A1EF-2EA6-422D-94D6-5AC1A799DDD3}"/>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81047C56-B60C-4C41-8A73-F94363E8B6A6}"/>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10" name="Image" descr="Image">
            <a:extLst>
              <a:ext uri="{FF2B5EF4-FFF2-40B4-BE49-F238E27FC236}">
                <a16:creationId xmlns:a16="http://schemas.microsoft.com/office/drawing/2014/main" id="{9B74161D-E423-48B1-92BC-DE91E57F2F6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11" name="Picture 10">
            <a:extLst>
              <a:ext uri="{FF2B5EF4-FFF2-40B4-BE49-F238E27FC236}">
                <a16:creationId xmlns:a16="http://schemas.microsoft.com/office/drawing/2014/main" id="{1652F5BD-6887-46AF-A4B2-BF6A315746FF}"/>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843010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F251-8FAA-4EFB-8EFC-BCE95D2F6149}"/>
              </a:ext>
            </a:extLst>
          </p:cNvPr>
          <p:cNvSpPr>
            <a:spLocks noGrp="1"/>
          </p:cNvSpPr>
          <p:nvPr>
            <p:ph type="title"/>
          </p:nvPr>
        </p:nvSpPr>
        <p:spPr/>
        <p:txBody>
          <a:bodyPr>
            <a:normAutofit/>
          </a:bodyPr>
          <a:lstStyle>
            <a:lvl1pPr>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CB3A0D1F-75C4-40B9-9470-D230ADEDED5E}"/>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4" name="Footer Placeholder 3">
            <a:extLst>
              <a:ext uri="{FF2B5EF4-FFF2-40B4-BE49-F238E27FC236}">
                <a16:creationId xmlns:a16="http://schemas.microsoft.com/office/drawing/2014/main" id="{7B0C4358-27B1-4028-A14D-FE8E8E9FAA94}"/>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D9C3B1FF-3F12-4CDF-BC57-CA95DAF7151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6" name="Image" descr="Image">
            <a:extLst>
              <a:ext uri="{FF2B5EF4-FFF2-40B4-BE49-F238E27FC236}">
                <a16:creationId xmlns:a16="http://schemas.microsoft.com/office/drawing/2014/main" id="{1F44F044-0635-4BB6-B20D-1DEB10A88E3C}"/>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7" name="Picture 6">
            <a:extLst>
              <a:ext uri="{FF2B5EF4-FFF2-40B4-BE49-F238E27FC236}">
                <a16:creationId xmlns:a16="http://schemas.microsoft.com/office/drawing/2014/main" id="{3C4E73C6-7374-4F66-8253-7967A969736D}"/>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4938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9D97ED-B2B1-427D-9E54-525C9F4B4A5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3" name="Footer Placeholder 2">
            <a:extLst>
              <a:ext uri="{FF2B5EF4-FFF2-40B4-BE49-F238E27FC236}">
                <a16:creationId xmlns:a16="http://schemas.microsoft.com/office/drawing/2014/main" id="{8FDDBA7D-5461-47AD-9966-4E8F0B7E36EE}"/>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AE377D5D-AEC0-4B63-BCA4-7B1E1E4A735A}"/>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5" name="Image" descr="Image">
            <a:extLst>
              <a:ext uri="{FF2B5EF4-FFF2-40B4-BE49-F238E27FC236}">
                <a16:creationId xmlns:a16="http://schemas.microsoft.com/office/drawing/2014/main" id="{829A3326-245F-4E97-A9BA-06EB559E4922}"/>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100192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5738D-2D81-4033-9584-C2C23BFFC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7FCC796C-E569-4C01-9C45-0B7011295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5E3E2770-AF0F-4993-A132-E5BFA4ED6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E18255-0F03-4729-83E4-15DC4F362AE4}"/>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BF672C49-75E0-4711-BF32-72C3528C7A3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6FB9783-325E-488E-ABFB-3A171B2BFA8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530179FC-BB0E-419E-B94A-C19285B7007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C138130B-2F27-48A4-B000-EBC3D2818794}"/>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145339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8B0-2733-46D1-8E5B-2AD063145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594F2136-A1F8-4424-856E-175DCDDAB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F19FE863-D9F6-4291-A5B4-92D1D5C2A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4B7F31-8FCF-4AB9-BD5E-EFE6BB5B770C}"/>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0A283275-F1C0-428F-A7C5-81C013003202}"/>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93DB1B8A-C437-43E3-97D4-2CEE7B42FF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2EB74D6E-BFD1-4E3B-BDD6-B90B4771650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1278B543-518E-4AEC-A98B-FA5BE97CA2B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0626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27975-9D3D-48E0-90AF-F2D0C41142A0}"/>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98A66D3C-D9E5-44D0-99DB-AF481E0907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09021ECD-B86E-45BE-8D5A-AA1C1CB725C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A573F713-46E9-4C54-B03D-98A472CF6B0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EEA4D2E-8DC0-497E-BDAD-85CFC9FA9384}"/>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4051991D-B404-4CA4-9853-37807FF6A831}"/>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0BE970C9-02D8-4956-B1A8-BD8F3DF3FF5B}"/>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76387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F40FFA-3A6E-446D-AA4C-CAAA712EC70D}"/>
              </a:ext>
            </a:extLst>
          </p:cNvPr>
          <p:cNvSpPr>
            <a:spLocks noGrp="1"/>
          </p:cNvSpPr>
          <p:nvPr>
            <p:ph type="title" orient="vert"/>
          </p:nvPr>
        </p:nvSpPr>
        <p:spPr>
          <a:xfrm>
            <a:off x="8724900" y="365125"/>
            <a:ext cx="2628900" cy="5811838"/>
          </a:xfrm>
        </p:spPr>
        <p:txBody>
          <a:bodyPr vert="eaVert"/>
          <a:lstStyle>
            <a:lvl1pPr>
              <a:defRPr lang="en-US" sz="4400" b="1" kern="1200" dirty="0" smtClean="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BB52A987-6A1B-4382-8699-8157567425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AF27D506-8334-4D78-A7CC-36446F0FCC3D}"/>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5DCE85C0-528A-4155-8C65-43C7FF24C1C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D58315C-6AC0-456C-AA42-3840A14A11C9}"/>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0053972C-2740-4669-ADA8-12561A609FED}"/>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3859065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55E7-6CFC-4EFB-84C8-E8C79515EC67}"/>
              </a:ext>
            </a:extLst>
          </p:cNvPr>
          <p:cNvSpPr>
            <a:spLocks noGrp="1"/>
          </p:cNvSpPr>
          <p:nvPr>
            <p:ph type="title"/>
          </p:nvPr>
        </p:nvSpPr>
        <p:spPr/>
        <p:txBody>
          <a:body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F6AA8C01-E81C-4169-B37E-FE2CEA054D84}"/>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4" name="Footer Placeholder 3">
            <a:extLst>
              <a:ext uri="{FF2B5EF4-FFF2-40B4-BE49-F238E27FC236}">
                <a16:creationId xmlns:a16="http://schemas.microsoft.com/office/drawing/2014/main" id="{71DF087A-7360-4ACD-A413-245AF17C5B7E}"/>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14897569-3681-4896-8291-C7AE7CAE0B63}"/>
              </a:ext>
            </a:extLst>
          </p:cNvPr>
          <p:cNvSpPr>
            <a:spLocks noGrp="1"/>
          </p:cNvSpPr>
          <p:nvPr>
            <p:ph type="sldNum" sz="quarter" idx="12"/>
          </p:nvPr>
        </p:nvSpPr>
        <p:spPr/>
        <p:txBody>
          <a:bodyPr/>
          <a:lstStyle/>
          <a:p>
            <a:fld id="{F3C698CF-4363-4E27-A966-BBBA35FE34FA}" type="slidenum">
              <a:rPr lang="en-KE" smtClean="0"/>
              <a:t>‹#›</a:t>
            </a:fld>
            <a:endParaRPr lang="en-KE"/>
          </a:p>
        </p:txBody>
      </p:sp>
    </p:spTree>
    <p:extLst>
      <p:ext uri="{BB962C8B-B14F-4D97-AF65-F5344CB8AC3E}">
        <p14:creationId xmlns:p14="http://schemas.microsoft.com/office/powerpoint/2010/main" val="3540835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2. Master Bkg - Dk Blue ">
    <p:spTree>
      <p:nvGrpSpPr>
        <p:cNvPr id="1" name=""/>
        <p:cNvGrpSpPr/>
        <p:nvPr/>
      </p:nvGrpSpPr>
      <p:grpSpPr>
        <a:xfrm>
          <a:off x="0" y="0"/>
          <a:ext cx="0" cy="0"/>
          <a:chOff x="0" y="0"/>
          <a:chExt cx="0" cy="0"/>
        </a:xfrm>
      </p:grpSpPr>
      <p:grpSp>
        <p:nvGrpSpPr>
          <p:cNvPr id="17" name="Rectangle 11"/>
          <p:cNvGrpSpPr/>
          <p:nvPr/>
        </p:nvGrpSpPr>
        <p:grpSpPr>
          <a:xfrm>
            <a:off x="170175" y="6570474"/>
            <a:ext cx="12041003" cy="291935"/>
            <a:chOff x="0" y="0"/>
            <a:chExt cx="12041001" cy="291933"/>
          </a:xfrm>
        </p:grpSpPr>
        <p:sp>
          <p:nvSpPr>
            <p:cNvPr id="15" name="Rectangle"/>
            <p:cNvSpPr/>
            <p:nvPr/>
          </p:nvSpPr>
          <p:spPr>
            <a:xfrm>
              <a:off x="20317" y="-1"/>
              <a:ext cx="12000363" cy="291935"/>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F2F2F2"/>
                  </a:solidFill>
                  <a:latin typeface="Open Sans"/>
                  <a:ea typeface="Open Sans"/>
                  <a:cs typeface="Open Sans"/>
                  <a:sym typeface="Open Sans"/>
                </a:defRPr>
              </a:pPr>
              <a:endParaRPr/>
            </a:p>
          </p:txBody>
        </p:sp>
        <p:sp>
          <p:nvSpPr>
            <p:cNvPr id="16" name="Empowering Communities for a Healthy Future"/>
            <p:cNvSpPr txBox="1"/>
            <p:nvPr/>
          </p:nvSpPr>
          <p:spPr>
            <a:xfrm>
              <a:off x="-1" y="11345"/>
              <a:ext cx="12041003" cy="2692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1100">
                  <a:solidFill>
                    <a:srgbClr val="F2F2F2"/>
                  </a:solidFill>
                  <a:latin typeface="Montserrat Light Italic"/>
                  <a:ea typeface="Montserrat Light Italic"/>
                  <a:cs typeface="Montserrat Light Italic"/>
                  <a:sym typeface="Montserrat Light Italic"/>
                </a:defRPr>
              </a:lvl1pPr>
            </a:lstStyle>
            <a:p>
              <a:r>
                <a:t>Empowering Communities for a Healthy Future</a:t>
              </a:r>
            </a:p>
          </p:txBody>
        </p:sp>
      </p:grpSp>
      <p:sp>
        <p:nvSpPr>
          <p:cNvPr id="18" name="Body Level One…"/>
          <p:cNvSpPr txBox="1">
            <a:spLocks noGrp="1"/>
          </p:cNvSpPr>
          <p:nvPr>
            <p:ph type="body" sz="quarter" idx="1" hasCustomPrompt="1"/>
          </p:nvPr>
        </p:nvSpPr>
        <p:spPr>
          <a:xfrm>
            <a:off x="933253" y="403450"/>
            <a:ext cx="7953023" cy="1093683"/>
          </a:xfrm>
          <a:prstGeom prst="rect">
            <a:avLst/>
          </a:prstGeom>
        </p:spPr>
        <p:txBody>
          <a:bodyPr lIns="0" tIns="0" rIns="0" bIns="0"/>
          <a:lstStyle>
            <a:lvl1pPr marL="0" indent="0">
              <a:lnSpc>
                <a:spcPts val="4200"/>
              </a:lnSpc>
              <a:spcBef>
                <a:spcPts val="0"/>
              </a:spcBef>
              <a:buSzTx/>
              <a:buFontTx/>
              <a:buNone/>
              <a:defRPr sz="3600" b="1">
                <a:solidFill>
                  <a:srgbClr val="7030A0"/>
                </a:solidFill>
              </a:defRPr>
            </a:lvl1pPr>
            <a:lvl2pPr marL="0" indent="0">
              <a:lnSpc>
                <a:spcPts val="4200"/>
              </a:lnSpc>
              <a:spcBef>
                <a:spcPts val="0"/>
              </a:spcBef>
              <a:buSzTx/>
              <a:buFontTx/>
              <a:buNone/>
              <a:defRPr sz="3600" b="1">
                <a:solidFill>
                  <a:srgbClr val="7030A0"/>
                </a:solidFill>
              </a:defRPr>
            </a:lvl2pPr>
            <a:lvl3pPr marL="0" indent="0">
              <a:lnSpc>
                <a:spcPts val="4200"/>
              </a:lnSpc>
              <a:spcBef>
                <a:spcPts val="0"/>
              </a:spcBef>
              <a:buSzTx/>
              <a:buFontTx/>
              <a:buNone/>
              <a:defRPr sz="3600" b="1">
                <a:solidFill>
                  <a:srgbClr val="7030A0"/>
                </a:solidFill>
              </a:defRPr>
            </a:lvl3pPr>
            <a:lvl4pPr marL="0" indent="0">
              <a:lnSpc>
                <a:spcPts val="4200"/>
              </a:lnSpc>
              <a:spcBef>
                <a:spcPts val="0"/>
              </a:spcBef>
              <a:buSzTx/>
              <a:buFontTx/>
              <a:buNone/>
              <a:defRPr sz="3600" b="1">
                <a:solidFill>
                  <a:srgbClr val="7030A0"/>
                </a:solidFill>
              </a:defRPr>
            </a:lvl4pPr>
            <a:lvl5pPr marL="0" indent="0">
              <a:lnSpc>
                <a:spcPts val="4200"/>
              </a:lnSpc>
              <a:spcBef>
                <a:spcPts val="0"/>
              </a:spcBef>
              <a:buSzTx/>
              <a:buFontTx/>
              <a:buNone/>
              <a:defRPr sz="3600" b="1">
                <a:solidFill>
                  <a:srgbClr val="7030A0"/>
                </a:solidFill>
              </a:defRPr>
            </a:lvl5pPr>
          </a:lstStyle>
          <a:p>
            <a:r>
              <a:t>Primary Headline Goes Here</a:t>
            </a:r>
          </a:p>
          <a:p>
            <a:pPr lvl="1"/>
            <a:endParaRPr/>
          </a:p>
          <a:p>
            <a:pPr lvl="2"/>
            <a:endParaRPr/>
          </a:p>
          <a:p>
            <a:pPr lvl="3"/>
            <a:endParaRPr/>
          </a:p>
          <a:p>
            <a:pPr lvl="4"/>
            <a:endParaRPr/>
          </a:p>
        </p:txBody>
      </p:sp>
      <p:sp>
        <p:nvSpPr>
          <p:cNvPr id="19" name="Text Placeholder 4"/>
          <p:cNvSpPr>
            <a:spLocks noGrp="1"/>
          </p:cNvSpPr>
          <p:nvPr>
            <p:ph type="body" idx="21" hasCustomPrompt="1"/>
          </p:nvPr>
        </p:nvSpPr>
        <p:spPr>
          <a:xfrm>
            <a:off x="933253" y="1679960"/>
            <a:ext cx="10624009" cy="4193717"/>
          </a:xfrm>
          <a:prstGeom prst="rect">
            <a:avLst/>
          </a:prstGeom>
        </p:spPr>
        <p:txBody>
          <a:bodyPr lIns="0" tIns="0" rIns="0" bIns="0"/>
          <a:lstStyle>
            <a:lvl1pPr marL="0" indent="0" algn="just">
              <a:lnSpc>
                <a:spcPts val="2400"/>
              </a:lnSpc>
              <a:spcBef>
                <a:spcPts val="0"/>
              </a:spcBef>
              <a:buSzTx/>
              <a:buFontTx/>
              <a:buNone/>
              <a:defRPr sz="2000">
                <a:solidFill>
                  <a:srgbClr val="3A3838"/>
                </a:solidFill>
              </a:defRPr>
            </a:lvl1pPr>
          </a:lstStyle>
          <a:p>
            <a:r>
              <a:t>Lorem ipsum dolor sit amet, consectetur adipiscing elit. Suspendisse rhoncus risus lacus, et sollicitudin neque vestibulum sed. Maecenas lobortis accumsan quam, ut vulputate odio aliquam ut. Vivamus id dignissim neque. Etiam sed hendrerit arcu. Donec tristique fermentum neque vel tempus. Interdum et malesuada fames ac ante ipsum primis in faucibus. Nullam enim turpis, efficitur sit amet sem ac, hendrerit tempor turpis. Nullam eget justo lobortis, efficitur enim eget, consequat massa.</a:t>
            </a:r>
          </a:p>
        </p:txBody>
      </p:sp>
      <p:pic>
        <p:nvPicPr>
          <p:cNvPr id="20" name="Image" descr="Image"/>
          <p:cNvPicPr>
            <a:picLocks noChangeAspect="1"/>
          </p:cNvPicPr>
          <p:nvPr/>
        </p:nvPicPr>
        <p:blipFill>
          <a:blip r:embed="rId2"/>
          <a:stretch>
            <a:fillRect/>
          </a:stretch>
        </p:blipFill>
        <p:spPr>
          <a:xfrm>
            <a:off x="-3792" y="0"/>
            <a:ext cx="263005" cy="6953164"/>
          </a:xfrm>
          <a:prstGeom prst="rect">
            <a:avLst/>
          </a:prstGeom>
          <a:ln w="12700">
            <a:miter lim="400000"/>
          </a:ln>
        </p:spPr>
      </p:pic>
      <p:pic>
        <p:nvPicPr>
          <p:cNvPr id="21" name="LVCT logo- PNG.png" descr="LVCT logo- PNG.png"/>
          <p:cNvPicPr>
            <a:picLocks noChangeAspect="1"/>
          </p:cNvPicPr>
          <p:nvPr/>
        </p:nvPicPr>
        <p:blipFill>
          <a:blip r:embed="rId3"/>
          <a:stretch>
            <a:fillRect/>
          </a:stretch>
        </p:blipFill>
        <p:spPr>
          <a:xfrm>
            <a:off x="9795933" y="128653"/>
            <a:ext cx="1799187" cy="1245996"/>
          </a:xfrm>
          <a:prstGeom prst="rect">
            <a:avLst/>
          </a:prstGeom>
          <a:ln w="12700">
            <a:miter lim="400000"/>
          </a:ln>
        </p:spPr>
      </p:pic>
      <p:sp>
        <p:nvSpPr>
          <p:cNvPr id="22" name="Slide Number"/>
          <p:cNvSpPr txBox="1">
            <a:spLocks noGrp="1"/>
          </p:cNvSpPr>
          <p:nvPr>
            <p:ph type="sldNum" sz="quarter" idx="2"/>
          </p:nvPr>
        </p:nvSpPr>
        <p:spPr>
          <a:xfrm>
            <a:off x="11523579" y="6679725"/>
            <a:ext cx="169419" cy="165101"/>
          </a:xfrm>
          <a:prstGeom prst="rect">
            <a:avLst/>
          </a:prstGeom>
        </p:spPr>
        <p:txBody>
          <a:bodyPr lIns="0" tIns="0" rIns="0" bIns="0"/>
          <a:lstStyle>
            <a:lvl1pPr>
              <a:defRPr sz="1000">
                <a:solidFill>
                  <a:srgbClr val="F2F2F2"/>
                </a:solidFill>
                <a:latin typeface="Montserrat Bold"/>
                <a:ea typeface="Montserrat Bold"/>
                <a:cs typeface="Montserrat Bold"/>
                <a:sym typeface="Montserrat Bold"/>
              </a:defRPr>
            </a:lvl1pPr>
          </a:lstStyle>
          <a:p>
            <a:fld id="{86CB4B4D-7CA3-9044-876B-883B54F8677D}" type="slidenum">
              <a:t>‹#›</a:t>
            </a:fld>
            <a:endParaRPr/>
          </a:p>
        </p:txBody>
      </p:sp>
    </p:spTree>
    <p:extLst>
      <p:ext uri="{BB962C8B-B14F-4D97-AF65-F5344CB8AC3E}">
        <p14:creationId xmlns:p14="http://schemas.microsoft.com/office/powerpoint/2010/main" val="110237480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1_Custom Layout">
    <p:bg>
      <p:bgPr>
        <a:solidFill>
          <a:srgbClr val="F2F2F2"/>
        </a:solidFill>
        <a:effectLst/>
      </p:bgPr>
    </p:bg>
    <p:spTree>
      <p:nvGrpSpPr>
        <p:cNvPr id="1" name=""/>
        <p:cNvGrpSpPr/>
        <p:nvPr/>
      </p:nvGrpSpPr>
      <p:grpSpPr>
        <a:xfrm>
          <a:off x="0" y="0"/>
          <a:ext cx="0" cy="0"/>
          <a:chOff x="0" y="0"/>
          <a:chExt cx="0" cy="0"/>
        </a:xfrm>
      </p:grpSpPr>
      <p:pic>
        <p:nvPicPr>
          <p:cNvPr id="66" name="Picture 5" descr="Picture 5"/>
          <p:cNvPicPr>
            <a:picLocks noChangeAspect="1"/>
          </p:cNvPicPr>
          <p:nvPr/>
        </p:nvPicPr>
        <p:blipFill>
          <a:blip r:embed="rId2"/>
          <a:stretch>
            <a:fillRect/>
          </a:stretch>
        </p:blipFill>
        <p:spPr>
          <a:xfrm>
            <a:off x="-1006751" y="-20953"/>
            <a:ext cx="14205502" cy="7013965"/>
          </a:xfrm>
          <a:prstGeom prst="rect">
            <a:avLst/>
          </a:prstGeom>
          <a:ln w="12700">
            <a:miter lim="400000"/>
          </a:ln>
        </p:spPr>
      </p:pic>
      <p:sp>
        <p:nvSpPr>
          <p:cNvPr id="67" name="Body Level One…"/>
          <p:cNvSpPr txBox="1">
            <a:spLocks noGrp="1"/>
          </p:cNvSpPr>
          <p:nvPr>
            <p:ph type="body" sz="quarter" idx="1" hasCustomPrompt="1"/>
          </p:nvPr>
        </p:nvSpPr>
        <p:spPr>
          <a:xfrm>
            <a:off x="2353735" y="2438400"/>
            <a:ext cx="7256955" cy="1066800"/>
          </a:xfrm>
          <a:prstGeom prst="rect">
            <a:avLst/>
          </a:prstGeom>
        </p:spPr>
        <p:txBody>
          <a:bodyPr/>
          <a:lstStyle>
            <a:lvl1pPr marL="0" indent="0" algn="ctr">
              <a:buSzTx/>
              <a:buFontTx/>
              <a:buNone/>
              <a:defRPr>
                <a:solidFill>
                  <a:srgbClr val="3A3838"/>
                </a:solidFill>
                <a:latin typeface="Open Sans"/>
                <a:ea typeface="Open Sans"/>
                <a:cs typeface="Open Sans"/>
                <a:sym typeface="Open Sans"/>
              </a:defRPr>
            </a:lvl1pPr>
            <a:lvl2pPr algn="ctr">
              <a:buFontTx/>
              <a:defRPr>
                <a:solidFill>
                  <a:srgbClr val="3A3838"/>
                </a:solidFill>
                <a:latin typeface="Open Sans"/>
                <a:ea typeface="Open Sans"/>
                <a:cs typeface="Open Sans"/>
                <a:sym typeface="Open Sans"/>
              </a:defRPr>
            </a:lvl2pPr>
            <a:lvl3pPr algn="ctr">
              <a:buFontTx/>
              <a:defRPr>
                <a:solidFill>
                  <a:srgbClr val="3A3838"/>
                </a:solidFill>
                <a:latin typeface="Open Sans"/>
                <a:ea typeface="Open Sans"/>
                <a:cs typeface="Open Sans"/>
                <a:sym typeface="Open Sans"/>
              </a:defRPr>
            </a:lvl3pPr>
            <a:lvl4pPr algn="ctr">
              <a:buFontTx/>
              <a:defRPr>
                <a:solidFill>
                  <a:srgbClr val="3A3838"/>
                </a:solidFill>
                <a:latin typeface="Open Sans"/>
                <a:ea typeface="Open Sans"/>
                <a:cs typeface="Open Sans"/>
                <a:sym typeface="Open Sans"/>
              </a:defRPr>
            </a:lvl4pPr>
            <a:lvl5pPr algn="ctr">
              <a:buFontTx/>
              <a:defRPr>
                <a:solidFill>
                  <a:srgbClr val="3A3838"/>
                </a:solidFill>
                <a:latin typeface="Open Sans"/>
                <a:ea typeface="Open Sans"/>
                <a:cs typeface="Open Sans"/>
                <a:sym typeface="Open Sans"/>
              </a:defRPr>
            </a:lvl5pPr>
          </a:lstStyle>
          <a:p>
            <a:r>
              <a:t>Thank you!</a:t>
            </a:r>
          </a:p>
          <a:p>
            <a:pPr lvl="1"/>
            <a:endParaRPr/>
          </a:p>
          <a:p>
            <a:pPr lvl="2"/>
            <a:endParaRPr/>
          </a:p>
          <a:p>
            <a:pPr lvl="3"/>
            <a:endParaRPr/>
          </a:p>
          <a:p>
            <a:pPr lvl="4"/>
            <a:endParaRPr/>
          </a:p>
        </p:txBody>
      </p:sp>
      <p:grpSp>
        <p:nvGrpSpPr>
          <p:cNvPr id="70" name="Rectangle 4"/>
          <p:cNvGrpSpPr/>
          <p:nvPr/>
        </p:nvGrpSpPr>
        <p:grpSpPr>
          <a:xfrm>
            <a:off x="186366" y="6547860"/>
            <a:ext cx="11819267" cy="332737"/>
            <a:chOff x="-1" y="-1"/>
            <a:chExt cx="11819266" cy="332735"/>
          </a:xfrm>
        </p:grpSpPr>
        <p:sp>
          <p:nvSpPr>
            <p:cNvPr id="68" name="Rectangle"/>
            <p:cNvSpPr/>
            <p:nvPr/>
          </p:nvSpPr>
          <p:spPr>
            <a:xfrm>
              <a:off x="-2" y="22612"/>
              <a:ext cx="11819267" cy="287533"/>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3A3838"/>
                  </a:solidFill>
                  <a:latin typeface="Open Sans"/>
                  <a:ea typeface="Open Sans"/>
                  <a:cs typeface="Open Sans"/>
                  <a:sym typeface="Open Sans"/>
                </a:defRPr>
              </a:pPr>
              <a:endParaRPr/>
            </a:p>
          </p:txBody>
        </p:sp>
        <p:sp>
          <p:nvSpPr>
            <p:cNvPr id="69" name="Empowered Healthy Communities"/>
            <p:cNvSpPr txBox="1"/>
            <p:nvPr/>
          </p:nvSpPr>
          <p:spPr>
            <a:xfrm>
              <a:off x="45718" y="-3"/>
              <a:ext cx="11727826" cy="3327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1400">
                  <a:solidFill>
                    <a:srgbClr val="F2F2F2"/>
                  </a:solidFill>
                  <a:latin typeface="Open Sans"/>
                  <a:ea typeface="Open Sans"/>
                  <a:cs typeface="Open Sans"/>
                  <a:sym typeface="Open Sans"/>
                </a:defRPr>
              </a:lvl1pPr>
            </a:lstStyle>
            <a:p>
              <a:r>
                <a:t>Empowered Healthy Communities</a:t>
              </a:r>
            </a:p>
          </p:txBody>
        </p:sp>
      </p:grpSp>
      <p:pic>
        <p:nvPicPr>
          <p:cNvPr id="71" name="Picture 1" descr="Picture 1"/>
          <p:cNvPicPr>
            <a:picLocks noChangeAspect="1"/>
          </p:cNvPicPr>
          <p:nvPr/>
        </p:nvPicPr>
        <p:blipFill>
          <a:blip r:embed="rId3"/>
          <a:stretch>
            <a:fillRect/>
          </a:stretch>
        </p:blipFill>
        <p:spPr>
          <a:xfrm>
            <a:off x="7374801" y="4066407"/>
            <a:ext cx="4257043" cy="1920248"/>
          </a:xfrm>
          <a:prstGeom prst="rect">
            <a:avLst/>
          </a:prstGeom>
          <a:ln w="12700">
            <a:miter lim="400000"/>
          </a:ln>
        </p:spPr>
      </p:pic>
      <p:sp>
        <p:nvSpPr>
          <p:cNvPr id="72" name="Slide Number"/>
          <p:cNvSpPr txBox="1">
            <a:spLocks noGrp="1"/>
          </p:cNvSpPr>
          <p:nvPr>
            <p:ph type="sldNum" sz="quarter" idx="2"/>
          </p:nvPr>
        </p:nvSpPr>
        <p:spPr>
          <a:xfrm>
            <a:off x="8459187" y="6202682"/>
            <a:ext cx="278414" cy="307337"/>
          </a:xfrm>
          <a:prstGeom prst="rect">
            <a:avLst/>
          </a:prstGeom>
        </p:spPr>
        <p:txBody>
          <a:bodyPr/>
          <a:lstStyle>
            <a:lvl1pPr>
              <a:defRPr>
                <a:solidFill>
                  <a:srgbClr val="3A3838"/>
                </a:solidFill>
                <a:latin typeface="Open Sans"/>
                <a:ea typeface="Open Sans"/>
                <a:cs typeface="Open Sans"/>
                <a:sym typeface="Open Sans"/>
              </a:defRPr>
            </a:lvl1pPr>
          </a:lstStyle>
          <a:p>
            <a:fld id="{86CB4B4D-7CA3-9044-876B-883B54F8677D}" type="slidenum">
              <a:t>‹#›</a:t>
            </a:fld>
            <a:endParaRPr/>
          </a:p>
        </p:txBody>
      </p:sp>
    </p:spTree>
    <p:extLst>
      <p:ext uri="{BB962C8B-B14F-4D97-AF65-F5344CB8AC3E}">
        <p14:creationId xmlns:p14="http://schemas.microsoft.com/office/powerpoint/2010/main" val="11322986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0F0B4-AE37-46C2-9438-05442B91F9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46640662-2F53-4D53-9209-ED138EF6A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1A5F555-9269-4ACA-BF2A-C09D7BC58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73553C45-B168-4F86-8652-DCD10DE9B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E7D9E7A0-8AC5-4BCD-B3C0-4B94286E4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FC2AB4FB-1DDB-41D3-8D79-ECF41D41DA82}"/>
              </a:ext>
            </a:extLst>
          </p:cNvPr>
          <p:cNvPicPr>
            <a:picLocks noChangeAspect="1"/>
          </p:cNvPicPr>
          <p:nvPr userDrawn="1"/>
        </p:nvPicPr>
        <p:blipFill>
          <a:blip r:embed="rId16"/>
          <a:stretch>
            <a:fillRect/>
          </a:stretch>
        </p:blipFill>
        <p:spPr>
          <a:xfrm>
            <a:off x="0" y="0"/>
            <a:ext cx="264463" cy="6858000"/>
          </a:xfrm>
          <a:prstGeom prst="rect">
            <a:avLst/>
          </a:prstGeom>
        </p:spPr>
      </p:pic>
      <p:pic>
        <p:nvPicPr>
          <p:cNvPr id="9" name="Picture 8">
            <a:extLst>
              <a:ext uri="{FF2B5EF4-FFF2-40B4-BE49-F238E27FC236}">
                <a16:creationId xmlns:a16="http://schemas.microsoft.com/office/drawing/2014/main" id="{F7390D95-ABE7-4A0A-84BD-45F2A2C9A16D}"/>
              </a:ext>
            </a:extLst>
          </p:cNvPr>
          <p:cNvPicPr>
            <a:picLocks noChangeAspect="1"/>
          </p:cNvPicPr>
          <p:nvPr userDrawn="1"/>
        </p:nvPicPr>
        <p:blipFill>
          <a:blip r:embed="rId17"/>
          <a:stretch>
            <a:fillRect/>
          </a:stretch>
        </p:blipFill>
        <p:spPr>
          <a:xfrm>
            <a:off x="10912341" y="0"/>
            <a:ext cx="1279659" cy="889255"/>
          </a:xfrm>
          <a:prstGeom prst="rect">
            <a:avLst/>
          </a:prstGeom>
        </p:spPr>
      </p:pic>
    </p:spTree>
    <p:extLst>
      <p:ext uri="{BB962C8B-B14F-4D97-AF65-F5344CB8AC3E}">
        <p14:creationId xmlns:p14="http://schemas.microsoft.com/office/powerpoint/2010/main" val="38763384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2" r:id="rId12"/>
    <p:sldLayoutId id="2147483694" r:id="rId13"/>
    <p:sldLayoutId id="2147483696" r:id="rId14"/>
  </p:sldLayoutIdLst>
  <p:txStyles>
    <p:titleStyle>
      <a:lvl1pPr algn="l" defTabSz="914400" rtl="0" eaLnBrk="1" latinLnBrk="0" hangingPunct="1">
        <a:lnSpc>
          <a:spcPct val="90000"/>
        </a:lnSpc>
        <a:spcBef>
          <a:spcPct val="0"/>
        </a:spcBef>
        <a:buNone/>
        <a:defRPr lang="en-KE" sz="4400" b="1" kern="1200" dirty="0" smtClean="0">
          <a:solidFill>
            <a:srgbClr val="7030A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2" descr="Picture 2"/>
          <p:cNvPicPr>
            <a:picLocks noChangeAspect="1"/>
          </p:cNvPicPr>
          <p:nvPr/>
        </p:nvPicPr>
        <p:blipFill>
          <a:blip r:embed="rId2"/>
          <a:stretch>
            <a:fillRect/>
          </a:stretch>
        </p:blipFill>
        <p:spPr>
          <a:xfrm>
            <a:off x="234280" y="-2"/>
            <a:ext cx="12132944" cy="6858002"/>
          </a:xfrm>
          <a:prstGeom prst="rect">
            <a:avLst/>
          </a:prstGeom>
          <a:ln w="12700">
            <a:miter lim="400000"/>
          </a:ln>
        </p:spPr>
      </p:pic>
      <p:pic>
        <p:nvPicPr>
          <p:cNvPr id="199" name="LVCT logo- PNG.png" descr="LVCT logo- PNG.png"/>
          <p:cNvPicPr>
            <a:picLocks noChangeAspect="1"/>
          </p:cNvPicPr>
          <p:nvPr/>
        </p:nvPicPr>
        <p:blipFill>
          <a:blip r:embed="rId3"/>
          <a:stretch>
            <a:fillRect/>
          </a:stretch>
        </p:blipFill>
        <p:spPr>
          <a:xfrm>
            <a:off x="521117" y="1109768"/>
            <a:ext cx="2965919" cy="2053995"/>
          </a:xfrm>
          <a:prstGeom prst="rect">
            <a:avLst/>
          </a:prstGeom>
          <a:ln w="12700">
            <a:miter lim="400000"/>
          </a:ln>
        </p:spPr>
      </p:pic>
      <p:sp>
        <p:nvSpPr>
          <p:cNvPr id="200" name="TextBox 13"/>
          <p:cNvSpPr txBox="1"/>
          <p:nvPr/>
        </p:nvSpPr>
        <p:spPr>
          <a:xfrm>
            <a:off x="2405006" y="3439908"/>
            <a:ext cx="9786994" cy="15696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r">
              <a:defRPr sz="2400">
                <a:solidFill>
                  <a:srgbClr val="FFF2CC"/>
                </a:solidFill>
                <a:latin typeface="Montserrat Bold"/>
                <a:ea typeface="Montserrat Bold"/>
                <a:cs typeface="Montserrat Bold"/>
                <a:sym typeface="Montserrat Bold"/>
              </a:defRPr>
            </a:pPr>
            <a:endParaRPr sz="4800" b="1" dirty="0">
              <a:solidFill>
                <a:schemeClr val="bg1"/>
              </a:solidFill>
            </a:endParaRPr>
          </a:p>
          <a:p>
            <a:pPr algn="r">
              <a:defRPr sz="2400">
                <a:solidFill>
                  <a:srgbClr val="FFF2CC"/>
                </a:solidFill>
                <a:latin typeface="Montserrat Bold"/>
                <a:ea typeface="Montserrat Bold"/>
                <a:cs typeface="Montserrat Bold"/>
                <a:sym typeface="Montserrat Bold"/>
              </a:defRPr>
            </a:pPr>
            <a:r>
              <a:rPr lang="en-US" sz="4800" b="1" dirty="0">
                <a:solidFill>
                  <a:schemeClr val="bg1"/>
                </a:solidFill>
              </a:rPr>
              <a:t>Administrator</a:t>
            </a:r>
            <a:endParaRPr sz="4000" b="1" dirty="0">
              <a:solidFill>
                <a:schemeClr val="bg1"/>
              </a:solidFill>
            </a:endParaRPr>
          </a:p>
        </p:txBody>
      </p:sp>
      <p:sp>
        <p:nvSpPr>
          <p:cNvPr id="2" name="TextBox 13">
            <a:extLst>
              <a:ext uri="{FF2B5EF4-FFF2-40B4-BE49-F238E27FC236}">
                <a16:creationId xmlns:a16="http://schemas.microsoft.com/office/drawing/2014/main" id="{A0535E85-4857-6CCA-52E7-E3F7C5C15365}"/>
              </a:ext>
            </a:extLst>
          </p:cNvPr>
          <p:cNvSpPr txBox="1"/>
          <p:nvPr/>
        </p:nvSpPr>
        <p:spPr>
          <a:xfrm>
            <a:off x="2405006" y="5285713"/>
            <a:ext cx="9786994" cy="9635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LVCT Health</a:t>
            </a:r>
          </a:p>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Lyani Sitti – Supply Chain Specialist</a:t>
            </a:r>
            <a:endParaRPr sz="2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E7DE4-F204-C966-2C23-A5D9B79D214E}"/>
              </a:ext>
            </a:extLst>
          </p:cNvPr>
          <p:cNvSpPr>
            <a:spLocks noGrp="1"/>
          </p:cNvSpPr>
          <p:nvPr>
            <p:ph type="title"/>
          </p:nvPr>
        </p:nvSpPr>
        <p:spPr/>
        <p:txBody>
          <a:bodyPr/>
          <a:lstStyle/>
          <a:p>
            <a:r>
              <a:rPr lang="en-US" dirty="0"/>
              <a:t>Facility setup</a:t>
            </a:r>
          </a:p>
        </p:txBody>
      </p:sp>
      <p:pic>
        <p:nvPicPr>
          <p:cNvPr id="11" name="Content Placeholder 10">
            <a:extLst>
              <a:ext uri="{FF2B5EF4-FFF2-40B4-BE49-F238E27FC236}">
                <a16:creationId xmlns:a16="http://schemas.microsoft.com/office/drawing/2014/main" id="{0BC3356B-36E9-D71E-DD97-253C43BB9A9A}"/>
              </a:ext>
            </a:extLst>
          </p:cNvPr>
          <p:cNvPicPr>
            <a:picLocks noGrp="1" noChangeAspect="1"/>
          </p:cNvPicPr>
          <p:nvPr>
            <p:ph idx="1"/>
          </p:nvPr>
        </p:nvPicPr>
        <p:blipFill>
          <a:blip r:embed="rId2"/>
          <a:stretch>
            <a:fillRect/>
          </a:stretch>
        </p:blipFill>
        <p:spPr>
          <a:xfrm>
            <a:off x="844982" y="1825625"/>
            <a:ext cx="10502035" cy="4351338"/>
          </a:xfrm>
          <a:prstGeom prst="rect">
            <a:avLst/>
          </a:prstGeom>
        </p:spPr>
      </p:pic>
      <p:pic>
        <p:nvPicPr>
          <p:cNvPr id="12" name="Picture 11">
            <a:extLst>
              <a:ext uri="{FF2B5EF4-FFF2-40B4-BE49-F238E27FC236}">
                <a16:creationId xmlns:a16="http://schemas.microsoft.com/office/drawing/2014/main" id="{7A56B990-08EE-1CA7-5509-37F69B8FB71F}"/>
              </a:ext>
            </a:extLst>
          </p:cNvPr>
          <p:cNvPicPr>
            <a:picLocks noChangeAspect="1"/>
          </p:cNvPicPr>
          <p:nvPr/>
        </p:nvPicPr>
        <p:blipFill>
          <a:blip r:embed="rId3"/>
          <a:stretch>
            <a:fillRect/>
          </a:stretch>
        </p:blipFill>
        <p:spPr>
          <a:xfrm>
            <a:off x="4823852" y="1125675"/>
            <a:ext cx="7229603" cy="5051288"/>
          </a:xfrm>
          <a:prstGeom prst="rect">
            <a:avLst/>
          </a:prstGeom>
        </p:spPr>
      </p:pic>
      <p:sp>
        <p:nvSpPr>
          <p:cNvPr id="13" name="Arrow: Right 12">
            <a:extLst>
              <a:ext uri="{FF2B5EF4-FFF2-40B4-BE49-F238E27FC236}">
                <a16:creationId xmlns:a16="http://schemas.microsoft.com/office/drawing/2014/main" id="{F14890AA-1F5B-E991-8C3F-D061109D8CE0}"/>
              </a:ext>
            </a:extLst>
          </p:cNvPr>
          <p:cNvSpPr/>
          <p:nvPr/>
        </p:nvSpPr>
        <p:spPr>
          <a:xfrm>
            <a:off x="2854036" y="3823855"/>
            <a:ext cx="1969816" cy="42949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02803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47A9-768C-665F-37D7-78AA4610C3D2}"/>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DC308CE4-EE4C-0333-4CA0-7813C1260F21}"/>
              </a:ext>
            </a:extLst>
          </p:cNvPr>
          <p:cNvPicPr>
            <a:picLocks noChangeAspect="1"/>
          </p:cNvPicPr>
          <p:nvPr/>
        </p:nvPicPr>
        <p:blipFill>
          <a:blip r:embed="rId2"/>
          <a:stretch>
            <a:fillRect/>
          </a:stretch>
        </p:blipFill>
        <p:spPr>
          <a:xfrm>
            <a:off x="1277088" y="1441587"/>
            <a:ext cx="7229603" cy="5051288"/>
          </a:xfrm>
          <a:prstGeom prst="rect">
            <a:avLst/>
          </a:prstGeom>
        </p:spPr>
      </p:pic>
    </p:spTree>
    <p:extLst>
      <p:ext uri="{BB962C8B-B14F-4D97-AF65-F5344CB8AC3E}">
        <p14:creationId xmlns:p14="http://schemas.microsoft.com/office/powerpoint/2010/main" val="317309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7E965-876D-16A8-4D16-DA3F4B41E79F}"/>
              </a:ext>
            </a:extLst>
          </p:cNvPr>
          <p:cNvSpPr>
            <a:spLocks noGrp="1"/>
          </p:cNvSpPr>
          <p:nvPr>
            <p:ph type="title"/>
          </p:nvPr>
        </p:nvSpPr>
        <p:spPr/>
        <p:txBody>
          <a:bodyPr/>
          <a:lstStyle/>
          <a:p>
            <a:r>
              <a:rPr lang="en-US" dirty="0"/>
              <a:t>Add New Facility</a:t>
            </a:r>
          </a:p>
        </p:txBody>
      </p:sp>
      <p:sp>
        <p:nvSpPr>
          <p:cNvPr id="3" name="Content Placeholder 2">
            <a:extLst>
              <a:ext uri="{FF2B5EF4-FFF2-40B4-BE49-F238E27FC236}">
                <a16:creationId xmlns:a16="http://schemas.microsoft.com/office/drawing/2014/main" id="{A7F6DD96-78CD-349D-900F-CFC0840BD9A8}"/>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AA504384-D8BA-69BA-7528-55DA71642CD0}"/>
              </a:ext>
            </a:extLst>
          </p:cNvPr>
          <p:cNvPicPr>
            <a:picLocks noChangeAspect="1"/>
          </p:cNvPicPr>
          <p:nvPr/>
        </p:nvPicPr>
        <p:blipFill>
          <a:blip r:embed="rId2"/>
          <a:stretch>
            <a:fillRect/>
          </a:stretch>
        </p:blipFill>
        <p:spPr>
          <a:xfrm>
            <a:off x="838200" y="1809606"/>
            <a:ext cx="8697539" cy="4544059"/>
          </a:xfrm>
          <a:prstGeom prst="rect">
            <a:avLst/>
          </a:prstGeom>
        </p:spPr>
      </p:pic>
      <p:pic>
        <p:nvPicPr>
          <p:cNvPr id="7" name="Picture 6">
            <a:extLst>
              <a:ext uri="{FF2B5EF4-FFF2-40B4-BE49-F238E27FC236}">
                <a16:creationId xmlns:a16="http://schemas.microsoft.com/office/drawing/2014/main" id="{53E0E338-086A-8D43-0DE7-56BAEE9ED6DC}"/>
              </a:ext>
            </a:extLst>
          </p:cNvPr>
          <p:cNvPicPr>
            <a:picLocks noChangeAspect="1"/>
          </p:cNvPicPr>
          <p:nvPr/>
        </p:nvPicPr>
        <p:blipFill>
          <a:blip r:embed="rId3"/>
          <a:stretch>
            <a:fillRect/>
          </a:stretch>
        </p:blipFill>
        <p:spPr>
          <a:xfrm>
            <a:off x="5063855" y="1632905"/>
            <a:ext cx="6638910" cy="4544058"/>
          </a:xfrm>
          <a:prstGeom prst="rect">
            <a:avLst/>
          </a:prstGeom>
        </p:spPr>
      </p:pic>
      <p:sp>
        <p:nvSpPr>
          <p:cNvPr id="8" name="Arrow: Right 7">
            <a:extLst>
              <a:ext uri="{FF2B5EF4-FFF2-40B4-BE49-F238E27FC236}">
                <a16:creationId xmlns:a16="http://schemas.microsoft.com/office/drawing/2014/main" id="{183A93A4-1206-4B51-9A58-F56476DA729D}"/>
              </a:ext>
            </a:extLst>
          </p:cNvPr>
          <p:cNvSpPr/>
          <p:nvPr/>
        </p:nvSpPr>
        <p:spPr>
          <a:xfrm>
            <a:off x="3103418" y="3786548"/>
            <a:ext cx="1773382" cy="4294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55281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D778-45BB-24D3-6F25-4A43AED76904}"/>
              </a:ext>
            </a:extLst>
          </p:cNvPr>
          <p:cNvSpPr>
            <a:spLocks noGrp="1"/>
          </p:cNvSpPr>
          <p:nvPr>
            <p:ph type="title"/>
          </p:nvPr>
        </p:nvSpPr>
        <p:spPr/>
        <p:txBody>
          <a:bodyPr/>
          <a:lstStyle/>
          <a:p>
            <a:r>
              <a:rPr lang="en-US" dirty="0"/>
              <a:t>View users</a:t>
            </a:r>
          </a:p>
        </p:txBody>
      </p:sp>
      <p:pic>
        <p:nvPicPr>
          <p:cNvPr id="5" name="Content Placeholder 4">
            <a:extLst>
              <a:ext uri="{FF2B5EF4-FFF2-40B4-BE49-F238E27FC236}">
                <a16:creationId xmlns:a16="http://schemas.microsoft.com/office/drawing/2014/main" id="{581DAFAE-BB17-6F5C-41EB-0E046150C33D}"/>
              </a:ext>
            </a:extLst>
          </p:cNvPr>
          <p:cNvPicPr>
            <a:picLocks noGrp="1" noChangeAspect="1"/>
          </p:cNvPicPr>
          <p:nvPr>
            <p:ph idx="1"/>
          </p:nvPr>
        </p:nvPicPr>
        <p:blipFill>
          <a:blip r:embed="rId2"/>
          <a:stretch>
            <a:fillRect/>
          </a:stretch>
        </p:blipFill>
        <p:spPr>
          <a:xfrm>
            <a:off x="1005335" y="1690687"/>
            <a:ext cx="4294555" cy="4802187"/>
          </a:xfrm>
          <a:prstGeom prst="rect">
            <a:avLst/>
          </a:prstGeom>
        </p:spPr>
      </p:pic>
      <p:pic>
        <p:nvPicPr>
          <p:cNvPr id="7" name="Picture 6">
            <a:extLst>
              <a:ext uri="{FF2B5EF4-FFF2-40B4-BE49-F238E27FC236}">
                <a16:creationId xmlns:a16="http://schemas.microsoft.com/office/drawing/2014/main" id="{E9EA6CBD-5C14-0EF8-3E23-2E46FF69846A}"/>
              </a:ext>
            </a:extLst>
          </p:cNvPr>
          <p:cNvPicPr>
            <a:picLocks noChangeAspect="1"/>
          </p:cNvPicPr>
          <p:nvPr/>
        </p:nvPicPr>
        <p:blipFill>
          <a:blip r:embed="rId3"/>
          <a:stretch>
            <a:fillRect/>
          </a:stretch>
        </p:blipFill>
        <p:spPr>
          <a:xfrm>
            <a:off x="3152612" y="1690686"/>
            <a:ext cx="8739192" cy="4304765"/>
          </a:xfrm>
          <a:prstGeom prst="rect">
            <a:avLst/>
          </a:prstGeom>
        </p:spPr>
      </p:pic>
    </p:spTree>
    <p:extLst>
      <p:ext uri="{BB962C8B-B14F-4D97-AF65-F5344CB8AC3E}">
        <p14:creationId xmlns:p14="http://schemas.microsoft.com/office/powerpoint/2010/main" val="314981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75BD-27E9-7171-3E20-A112A9F9B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199A4-AF41-A385-674C-2C9AACD30CEF}"/>
              </a:ext>
            </a:extLst>
          </p:cNvPr>
          <p:cNvSpPr>
            <a:spLocks noGrp="1"/>
          </p:cNvSpPr>
          <p:nvPr>
            <p:ph type="title"/>
          </p:nvPr>
        </p:nvSpPr>
        <p:spPr/>
        <p:txBody>
          <a:bodyPr/>
          <a:lstStyle/>
          <a:p>
            <a:r>
              <a:rPr lang="en-US" dirty="0"/>
              <a:t>Add users</a:t>
            </a:r>
          </a:p>
        </p:txBody>
      </p:sp>
      <p:pic>
        <p:nvPicPr>
          <p:cNvPr id="5" name="Content Placeholder 4">
            <a:extLst>
              <a:ext uri="{FF2B5EF4-FFF2-40B4-BE49-F238E27FC236}">
                <a16:creationId xmlns:a16="http://schemas.microsoft.com/office/drawing/2014/main" id="{2367AE36-9153-442F-B22A-2FB7ABEF6487}"/>
              </a:ext>
            </a:extLst>
          </p:cNvPr>
          <p:cNvPicPr>
            <a:picLocks noGrp="1" noChangeAspect="1"/>
          </p:cNvPicPr>
          <p:nvPr>
            <p:ph idx="1"/>
          </p:nvPr>
        </p:nvPicPr>
        <p:blipFill>
          <a:blip r:embed="rId2"/>
          <a:stretch>
            <a:fillRect/>
          </a:stretch>
        </p:blipFill>
        <p:spPr>
          <a:xfrm>
            <a:off x="1005335" y="1690687"/>
            <a:ext cx="4294555" cy="4802187"/>
          </a:xfrm>
          <a:prstGeom prst="rect">
            <a:avLst/>
          </a:prstGeom>
        </p:spPr>
      </p:pic>
      <p:pic>
        <p:nvPicPr>
          <p:cNvPr id="4" name="Picture 3">
            <a:extLst>
              <a:ext uri="{FF2B5EF4-FFF2-40B4-BE49-F238E27FC236}">
                <a16:creationId xmlns:a16="http://schemas.microsoft.com/office/drawing/2014/main" id="{1EB55926-A14F-2010-0F89-517DB84A76A4}"/>
              </a:ext>
            </a:extLst>
          </p:cNvPr>
          <p:cNvPicPr>
            <a:picLocks noChangeAspect="1"/>
          </p:cNvPicPr>
          <p:nvPr/>
        </p:nvPicPr>
        <p:blipFill>
          <a:blip r:embed="rId3"/>
          <a:stretch>
            <a:fillRect/>
          </a:stretch>
        </p:blipFill>
        <p:spPr>
          <a:xfrm>
            <a:off x="5650139" y="1443919"/>
            <a:ext cx="5020376" cy="5048955"/>
          </a:xfrm>
          <a:prstGeom prst="rect">
            <a:avLst/>
          </a:prstGeom>
        </p:spPr>
      </p:pic>
    </p:spTree>
    <p:extLst>
      <p:ext uri="{BB962C8B-B14F-4D97-AF65-F5344CB8AC3E}">
        <p14:creationId xmlns:p14="http://schemas.microsoft.com/office/powerpoint/2010/main" val="1695443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F0E7-F5B5-ABBD-6158-6169E9EA3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877FF-334F-23D1-F8B8-B6D8184E6583}"/>
              </a:ext>
            </a:extLst>
          </p:cNvPr>
          <p:cNvSpPr>
            <a:spLocks noGrp="1"/>
          </p:cNvSpPr>
          <p:nvPr>
            <p:ph type="title"/>
          </p:nvPr>
        </p:nvSpPr>
        <p:spPr/>
        <p:txBody>
          <a:bodyPr/>
          <a:lstStyle/>
          <a:p>
            <a:r>
              <a:rPr lang="en-US" dirty="0"/>
              <a:t>Admin password reset</a:t>
            </a:r>
          </a:p>
        </p:txBody>
      </p:sp>
      <p:pic>
        <p:nvPicPr>
          <p:cNvPr id="5" name="Content Placeholder 4">
            <a:extLst>
              <a:ext uri="{FF2B5EF4-FFF2-40B4-BE49-F238E27FC236}">
                <a16:creationId xmlns:a16="http://schemas.microsoft.com/office/drawing/2014/main" id="{973F4A60-B7F7-51FA-F45A-ADC2AE889159}"/>
              </a:ext>
            </a:extLst>
          </p:cNvPr>
          <p:cNvPicPr>
            <a:picLocks noGrp="1" noChangeAspect="1"/>
          </p:cNvPicPr>
          <p:nvPr>
            <p:ph idx="1"/>
          </p:nvPr>
        </p:nvPicPr>
        <p:blipFill>
          <a:blip r:embed="rId2"/>
          <a:stretch>
            <a:fillRect/>
          </a:stretch>
        </p:blipFill>
        <p:spPr>
          <a:xfrm>
            <a:off x="1005335" y="1690687"/>
            <a:ext cx="4294555" cy="4802187"/>
          </a:xfrm>
          <a:prstGeom prst="rect">
            <a:avLst/>
          </a:prstGeom>
        </p:spPr>
      </p:pic>
      <p:pic>
        <p:nvPicPr>
          <p:cNvPr id="7" name="Picture 6">
            <a:extLst>
              <a:ext uri="{FF2B5EF4-FFF2-40B4-BE49-F238E27FC236}">
                <a16:creationId xmlns:a16="http://schemas.microsoft.com/office/drawing/2014/main" id="{0170DCA7-65AC-59F2-1DD0-E7A0B42684F5}"/>
              </a:ext>
            </a:extLst>
          </p:cNvPr>
          <p:cNvPicPr>
            <a:picLocks noChangeAspect="1"/>
          </p:cNvPicPr>
          <p:nvPr/>
        </p:nvPicPr>
        <p:blipFill>
          <a:blip r:embed="rId3"/>
          <a:stretch>
            <a:fillRect/>
          </a:stretch>
        </p:blipFill>
        <p:spPr>
          <a:xfrm>
            <a:off x="5549847" y="1690687"/>
            <a:ext cx="5887272" cy="4591691"/>
          </a:xfrm>
          <a:prstGeom prst="rect">
            <a:avLst/>
          </a:prstGeom>
        </p:spPr>
      </p:pic>
    </p:spTree>
    <p:extLst>
      <p:ext uri="{BB962C8B-B14F-4D97-AF65-F5344CB8AC3E}">
        <p14:creationId xmlns:p14="http://schemas.microsoft.com/office/powerpoint/2010/main" val="1642988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4C74-3941-1654-2D18-1D3DF5EB6162}"/>
              </a:ext>
            </a:extLst>
          </p:cNvPr>
          <p:cNvSpPr>
            <a:spLocks noGrp="1"/>
          </p:cNvSpPr>
          <p:nvPr>
            <p:ph type="title"/>
          </p:nvPr>
        </p:nvSpPr>
        <p:spPr/>
        <p:txBody>
          <a:bodyPr/>
          <a:lstStyle/>
          <a:p>
            <a:r>
              <a:rPr lang="en-US" dirty="0"/>
              <a:t>Activity 1</a:t>
            </a:r>
          </a:p>
        </p:txBody>
      </p:sp>
      <p:sp>
        <p:nvSpPr>
          <p:cNvPr id="3" name="Content Placeholder 2">
            <a:extLst>
              <a:ext uri="{FF2B5EF4-FFF2-40B4-BE49-F238E27FC236}">
                <a16:creationId xmlns:a16="http://schemas.microsoft.com/office/drawing/2014/main" id="{A7F5BA09-B15F-7462-E878-E2DA806DA104}"/>
              </a:ext>
            </a:extLst>
          </p:cNvPr>
          <p:cNvSpPr>
            <a:spLocks noGrp="1"/>
          </p:cNvSpPr>
          <p:nvPr>
            <p:ph idx="1"/>
          </p:nvPr>
        </p:nvSpPr>
        <p:spPr>
          <a:xfrm>
            <a:off x="701040" y="1620733"/>
            <a:ext cx="3261360" cy="4351338"/>
          </a:xfrm>
        </p:spPr>
        <p:txBody>
          <a:bodyPr/>
          <a:lstStyle/>
          <a:p>
            <a:pPr marL="0" indent="0">
              <a:buNone/>
            </a:pPr>
            <a:r>
              <a:rPr lang="en-US" sz="4400" b="1" dirty="0"/>
              <a:t>Login as admin</a:t>
            </a:r>
          </a:p>
          <a:p>
            <a:pPr lvl="1"/>
            <a:r>
              <a:rPr lang="en-US" sz="4000" dirty="0"/>
              <a:t>Username: admin</a:t>
            </a:r>
          </a:p>
          <a:p>
            <a:pPr lvl="1"/>
            <a:r>
              <a:rPr lang="en-US" sz="4000" dirty="0"/>
              <a:t>Password: 123456</a:t>
            </a:r>
          </a:p>
        </p:txBody>
      </p:sp>
      <p:pic>
        <p:nvPicPr>
          <p:cNvPr id="5" name="Picture 4">
            <a:extLst>
              <a:ext uri="{FF2B5EF4-FFF2-40B4-BE49-F238E27FC236}">
                <a16:creationId xmlns:a16="http://schemas.microsoft.com/office/drawing/2014/main" id="{B5BF4E19-C485-EB96-6AEB-3B03F61F900A}"/>
              </a:ext>
            </a:extLst>
          </p:cNvPr>
          <p:cNvPicPr>
            <a:picLocks noChangeAspect="1"/>
          </p:cNvPicPr>
          <p:nvPr/>
        </p:nvPicPr>
        <p:blipFill>
          <a:blip r:embed="rId2"/>
          <a:stretch>
            <a:fillRect/>
          </a:stretch>
        </p:blipFill>
        <p:spPr>
          <a:xfrm>
            <a:off x="4099560" y="1324319"/>
            <a:ext cx="7944959" cy="4944165"/>
          </a:xfrm>
          <a:prstGeom prst="rect">
            <a:avLst/>
          </a:prstGeom>
        </p:spPr>
      </p:pic>
    </p:spTree>
    <p:extLst>
      <p:ext uri="{BB962C8B-B14F-4D97-AF65-F5344CB8AC3E}">
        <p14:creationId xmlns:p14="http://schemas.microsoft.com/office/powerpoint/2010/main" val="4226413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7CEE-F28D-BEFA-A54B-5D3CFEC18F07}"/>
              </a:ext>
            </a:extLst>
          </p:cNvPr>
          <p:cNvSpPr>
            <a:spLocks noGrp="1"/>
          </p:cNvSpPr>
          <p:nvPr>
            <p:ph type="title"/>
          </p:nvPr>
        </p:nvSpPr>
        <p:spPr/>
        <p:txBody>
          <a:bodyPr/>
          <a:lstStyle/>
          <a:p>
            <a:r>
              <a:rPr lang="en-US" dirty="0"/>
              <a:t>Create user</a:t>
            </a:r>
          </a:p>
        </p:txBody>
      </p:sp>
      <p:sp>
        <p:nvSpPr>
          <p:cNvPr id="3" name="Content Placeholder 2">
            <a:extLst>
              <a:ext uri="{FF2B5EF4-FFF2-40B4-BE49-F238E27FC236}">
                <a16:creationId xmlns:a16="http://schemas.microsoft.com/office/drawing/2014/main" id="{A115E0BE-80BC-0675-6843-F9302CFAE414}"/>
              </a:ext>
            </a:extLst>
          </p:cNvPr>
          <p:cNvSpPr>
            <a:spLocks noGrp="1"/>
          </p:cNvSpPr>
          <p:nvPr>
            <p:ph idx="1"/>
          </p:nvPr>
        </p:nvSpPr>
        <p:spPr>
          <a:xfrm>
            <a:off x="838200" y="1825625"/>
            <a:ext cx="8031480" cy="4351338"/>
          </a:xfrm>
        </p:spPr>
        <p:txBody>
          <a:bodyPr>
            <a:normAutofit fontScale="92500" lnSpcReduction="10000"/>
          </a:bodyPr>
          <a:lstStyle/>
          <a:p>
            <a:pPr marL="514350" indent="-514350">
              <a:buFont typeface="+mj-lt"/>
              <a:buAutoNum type="arabicPeriod"/>
            </a:pPr>
            <a:r>
              <a:rPr lang="en-US" sz="4000" dirty="0"/>
              <a:t>Choose your username, and enter all other details</a:t>
            </a:r>
          </a:p>
          <a:p>
            <a:pPr marL="514350" indent="-514350">
              <a:buFont typeface="+mj-lt"/>
              <a:buAutoNum type="arabicPeriod"/>
            </a:pPr>
            <a:r>
              <a:rPr lang="en-US" sz="4000" dirty="0"/>
              <a:t>For </a:t>
            </a:r>
            <a:r>
              <a:rPr lang="en-US" sz="4300" b="1" dirty="0">
                <a:solidFill>
                  <a:srgbClr val="FF0000"/>
                </a:solidFill>
              </a:rPr>
              <a:t>user role</a:t>
            </a:r>
            <a:r>
              <a:rPr lang="en-US" sz="4000" dirty="0"/>
              <a:t>; select your user role in the MAT clinic and submit</a:t>
            </a:r>
          </a:p>
          <a:p>
            <a:pPr marL="514350" indent="-514350">
              <a:buFont typeface="+mj-lt"/>
              <a:buAutoNum type="arabicPeriod"/>
            </a:pPr>
            <a:r>
              <a:rPr lang="en-US" sz="4000" dirty="0"/>
              <a:t>View users and see if your user is created</a:t>
            </a:r>
          </a:p>
          <a:p>
            <a:pPr marL="514350" indent="-514350">
              <a:buFont typeface="+mj-lt"/>
              <a:buAutoNum type="arabicPeriod"/>
            </a:pPr>
            <a:r>
              <a:rPr lang="en-US" sz="4000" dirty="0"/>
              <a:t>Logout and login using your credentials</a:t>
            </a:r>
          </a:p>
        </p:txBody>
      </p:sp>
    </p:spTree>
    <p:extLst>
      <p:ext uri="{BB962C8B-B14F-4D97-AF65-F5344CB8AC3E}">
        <p14:creationId xmlns:p14="http://schemas.microsoft.com/office/powerpoint/2010/main" val="715857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DEC57-5693-8281-4434-A3B35D43174F}"/>
              </a:ext>
            </a:extLst>
          </p:cNvPr>
          <p:cNvSpPr>
            <a:spLocks noGrp="1"/>
          </p:cNvSpPr>
          <p:nvPr>
            <p:ph type="title"/>
          </p:nvPr>
        </p:nvSpPr>
        <p:spPr/>
        <p:txBody>
          <a:bodyPr/>
          <a:lstStyle/>
          <a:p>
            <a:r>
              <a:rPr lang="en-US" dirty="0"/>
              <a:t>View your profile</a:t>
            </a:r>
          </a:p>
        </p:txBody>
      </p:sp>
      <p:pic>
        <p:nvPicPr>
          <p:cNvPr id="5" name="Content Placeholder 4">
            <a:extLst>
              <a:ext uri="{FF2B5EF4-FFF2-40B4-BE49-F238E27FC236}">
                <a16:creationId xmlns:a16="http://schemas.microsoft.com/office/drawing/2014/main" id="{1A6A0426-D92A-D996-43B9-B9F572CA6699}"/>
              </a:ext>
            </a:extLst>
          </p:cNvPr>
          <p:cNvPicPr>
            <a:picLocks noGrp="1" noChangeAspect="1"/>
          </p:cNvPicPr>
          <p:nvPr>
            <p:ph idx="1"/>
          </p:nvPr>
        </p:nvPicPr>
        <p:blipFill>
          <a:blip r:embed="rId2"/>
          <a:stretch>
            <a:fillRect/>
          </a:stretch>
        </p:blipFill>
        <p:spPr>
          <a:xfrm>
            <a:off x="838200" y="1690688"/>
            <a:ext cx="7011378" cy="3667637"/>
          </a:xfrm>
          <a:prstGeom prst="rect">
            <a:avLst/>
          </a:prstGeom>
        </p:spPr>
      </p:pic>
      <p:pic>
        <p:nvPicPr>
          <p:cNvPr id="7" name="Picture 6">
            <a:extLst>
              <a:ext uri="{FF2B5EF4-FFF2-40B4-BE49-F238E27FC236}">
                <a16:creationId xmlns:a16="http://schemas.microsoft.com/office/drawing/2014/main" id="{840D93A1-17A8-2D7C-D6A2-92F8704AF2E7}"/>
              </a:ext>
            </a:extLst>
          </p:cNvPr>
          <p:cNvPicPr>
            <a:picLocks noChangeAspect="1"/>
          </p:cNvPicPr>
          <p:nvPr/>
        </p:nvPicPr>
        <p:blipFill>
          <a:blip r:embed="rId3"/>
          <a:stretch>
            <a:fillRect/>
          </a:stretch>
        </p:blipFill>
        <p:spPr>
          <a:xfrm>
            <a:off x="4650389" y="1230987"/>
            <a:ext cx="6395448" cy="5270973"/>
          </a:xfrm>
          <a:prstGeom prst="rect">
            <a:avLst/>
          </a:prstGeom>
        </p:spPr>
      </p:pic>
      <p:sp>
        <p:nvSpPr>
          <p:cNvPr id="8" name="Arrow: Right 7">
            <a:extLst>
              <a:ext uri="{FF2B5EF4-FFF2-40B4-BE49-F238E27FC236}">
                <a16:creationId xmlns:a16="http://schemas.microsoft.com/office/drawing/2014/main" id="{8EC5BC2A-9C38-58B3-626B-97B2C1830130}"/>
              </a:ext>
            </a:extLst>
          </p:cNvPr>
          <p:cNvSpPr/>
          <p:nvPr/>
        </p:nvSpPr>
        <p:spPr>
          <a:xfrm>
            <a:off x="2027409" y="5620482"/>
            <a:ext cx="2316480"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4501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D4D9-3221-D127-684B-2B993A8C29B3}"/>
              </a:ext>
            </a:extLst>
          </p:cNvPr>
          <p:cNvSpPr>
            <a:spLocks noGrp="1"/>
          </p:cNvSpPr>
          <p:nvPr>
            <p:ph type="title"/>
          </p:nvPr>
        </p:nvSpPr>
        <p:spPr/>
        <p:txBody>
          <a:bodyPr/>
          <a:lstStyle/>
          <a:p>
            <a:r>
              <a:rPr lang="en-US" dirty="0"/>
              <a:t>View profile</a:t>
            </a:r>
          </a:p>
        </p:txBody>
      </p:sp>
      <p:pic>
        <p:nvPicPr>
          <p:cNvPr id="5" name="Content Placeholder 4">
            <a:extLst>
              <a:ext uri="{FF2B5EF4-FFF2-40B4-BE49-F238E27FC236}">
                <a16:creationId xmlns:a16="http://schemas.microsoft.com/office/drawing/2014/main" id="{625220C7-1BF6-4827-F73B-5647D7E42AA9}"/>
              </a:ext>
            </a:extLst>
          </p:cNvPr>
          <p:cNvPicPr>
            <a:picLocks noGrp="1" noChangeAspect="1"/>
          </p:cNvPicPr>
          <p:nvPr>
            <p:ph idx="1"/>
          </p:nvPr>
        </p:nvPicPr>
        <p:blipFill>
          <a:blip r:embed="rId2"/>
          <a:stretch>
            <a:fillRect/>
          </a:stretch>
        </p:blipFill>
        <p:spPr>
          <a:xfrm>
            <a:off x="838200" y="1690688"/>
            <a:ext cx="5201376" cy="4286848"/>
          </a:xfrm>
          <a:prstGeom prst="rect">
            <a:avLst/>
          </a:prstGeom>
        </p:spPr>
      </p:pic>
      <p:pic>
        <p:nvPicPr>
          <p:cNvPr id="7" name="Picture 6">
            <a:extLst>
              <a:ext uri="{FF2B5EF4-FFF2-40B4-BE49-F238E27FC236}">
                <a16:creationId xmlns:a16="http://schemas.microsoft.com/office/drawing/2014/main" id="{4666D0FD-DB12-43E2-0B4F-72E6B366FD58}"/>
              </a:ext>
            </a:extLst>
          </p:cNvPr>
          <p:cNvPicPr>
            <a:picLocks noChangeAspect="1"/>
          </p:cNvPicPr>
          <p:nvPr/>
        </p:nvPicPr>
        <p:blipFill>
          <a:blip r:embed="rId3"/>
          <a:stretch>
            <a:fillRect/>
          </a:stretch>
        </p:blipFill>
        <p:spPr>
          <a:xfrm>
            <a:off x="4336665" y="1027906"/>
            <a:ext cx="7017135" cy="5333754"/>
          </a:xfrm>
          <a:prstGeom prst="rect">
            <a:avLst/>
          </a:prstGeom>
        </p:spPr>
      </p:pic>
      <p:sp>
        <p:nvSpPr>
          <p:cNvPr id="8" name="Arrow: Right 7">
            <a:extLst>
              <a:ext uri="{FF2B5EF4-FFF2-40B4-BE49-F238E27FC236}">
                <a16:creationId xmlns:a16="http://schemas.microsoft.com/office/drawing/2014/main" id="{5538BE12-2985-DA13-1461-24D41B7F57D9}"/>
              </a:ext>
            </a:extLst>
          </p:cNvPr>
          <p:cNvSpPr/>
          <p:nvPr/>
        </p:nvSpPr>
        <p:spPr>
          <a:xfrm>
            <a:off x="2987040" y="3429000"/>
            <a:ext cx="1349625"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907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51121-2D51-A1F7-B362-2421DC388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6A1DA-6467-4AD8-0C36-B5F47607BCF4}"/>
              </a:ext>
            </a:extLst>
          </p:cNvPr>
          <p:cNvSpPr>
            <a:spLocks noGrp="1"/>
          </p:cNvSpPr>
          <p:nvPr>
            <p:ph type="title"/>
          </p:nvPr>
        </p:nvSpPr>
        <p:spPr/>
        <p:txBody>
          <a:bodyPr/>
          <a:lstStyle/>
          <a:p>
            <a:r>
              <a:rPr lang="en-US" dirty="0"/>
              <a:t>View profile</a:t>
            </a:r>
          </a:p>
        </p:txBody>
      </p:sp>
      <p:pic>
        <p:nvPicPr>
          <p:cNvPr id="5" name="Content Placeholder 4">
            <a:extLst>
              <a:ext uri="{FF2B5EF4-FFF2-40B4-BE49-F238E27FC236}">
                <a16:creationId xmlns:a16="http://schemas.microsoft.com/office/drawing/2014/main" id="{1DF1D6A7-514B-C341-E1D3-8A95F552A29D}"/>
              </a:ext>
            </a:extLst>
          </p:cNvPr>
          <p:cNvPicPr>
            <a:picLocks noGrp="1" noChangeAspect="1"/>
          </p:cNvPicPr>
          <p:nvPr>
            <p:ph idx="1"/>
          </p:nvPr>
        </p:nvPicPr>
        <p:blipFill>
          <a:blip r:embed="rId2"/>
          <a:stretch>
            <a:fillRect/>
          </a:stretch>
        </p:blipFill>
        <p:spPr>
          <a:xfrm>
            <a:off x="838200" y="1690688"/>
            <a:ext cx="5201376" cy="4286848"/>
          </a:xfrm>
          <a:prstGeom prst="rect">
            <a:avLst/>
          </a:prstGeom>
        </p:spPr>
      </p:pic>
      <p:pic>
        <p:nvPicPr>
          <p:cNvPr id="4" name="Picture 3">
            <a:extLst>
              <a:ext uri="{FF2B5EF4-FFF2-40B4-BE49-F238E27FC236}">
                <a16:creationId xmlns:a16="http://schemas.microsoft.com/office/drawing/2014/main" id="{A5399883-D018-9BE1-B56B-8A32262403D5}"/>
              </a:ext>
            </a:extLst>
          </p:cNvPr>
          <p:cNvPicPr>
            <a:picLocks noChangeAspect="1"/>
          </p:cNvPicPr>
          <p:nvPr/>
        </p:nvPicPr>
        <p:blipFill>
          <a:blip r:embed="rId3"/>
          <a:stretch>
            <a:fillRect/>
          </a:stretch>
        </p:blipFill>
        <p:spPr>
          <a:xfrm>
            <a:off x="4425271" y="1433019"/>
            <a:ext cx="6928529" cy="4802187"/>
          </a:xfrm>
          <a:prstGeom prst="rect">
            <a:avLst/>
          </a:prstGeom>
        </p:spPr>
      </p:pic>
      <p:sp>
        <p:nvSpPr>
          <p:cNvPr id="6" name="Arrow: Right 5">
            <a:extLst>
              <a:ext uri="{FF2B5EF4-FFF2-40B4-BE49-F238E27FC236}">
                <a16:creationId xmlns:a16="http://schemas.microsoft.com/office/drawing/2014/main" id="{5BA2C92F-8C8E-2D3C-224F-FD5E7FD590D9}"/>
              </a:ext>
            </a:extLst>
          </p:cNvPr>
          <p:cNvSpPr/>
          <p:nvPr/>
        </p:nvSpPr>
        <p:spPr>
          <a:xfrm>
            <a:off x="2987040" y="3429000"/>
            <a:ext cx="1438231"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6501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F3A92-7C51-9832-8368-A170DEE4F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5F08D-8656-6E93-D07F-1CBEDFA31F06}"/>
              </a:ext>
            </a:extLst>
          </p:cNvPr>
          <p:cNvSpPr>
            <a:spLocks noGrp="1"/>
          </p:cNvSpPr>
          <p:nvPr>
            <p:ph type="title"/>
          </p:nvPr>
        </p:nvSpPr>
        <p:spPr/>
        <p:txBody>
          <a:bodyPr/>
          <a:lstStyle/>
          <a:p>
            <a:r>
              <a:rPr lang="en-US" dirty="0"/>
              <a:t>View profile</a:t>
            </a:r>
          </a:p>
        </p:txBody>
      </p:sp>
      <p:pic>
        <p:nvPicPr>
          <p:cNvPr id="5" name="Content Placeholder 4">
            <a:extLst>
              <a:ext uri="{FF2B5EF4-FFF2-40B4-BE49-F238E27FC236}">
                <a16:creationId xmlns:a16="http://schemas.microsoft.com/office/drawing/2014/main" id="{AE3A8C9A-9D8F-1EC5-4062-B9F2EC468C68}"/>
              </a:ext>
            </a:extLst>
          </p:cNvPr>
          <p:cNvPicPr>
            <a:picLocks noGrp="1" noChangeAspect="1"/>
          </p:cNvPicPr>
          <p:nvPr>
            <p:ph idx="1"/>
          </p:nvPr>
        </p:nvPicPr>
        <p:blipFill>
          <a:blip r:embed="rId2"/>
          <a:stretch>
            <a:fillRect/>
          </a:stretch>
        </p:blipFill>
        <p:spPr>
          <a:xfrm>
            <a:off x="838200" y="1690688"/>
            <a:ext cx="5201376" cy="4286848"/>
          </a:xfrm>
          <a:prstGeom prst="rect">
            <a:avLst/>
          </a:prstGeom>
        </p:spPr>
      </p:pic>
      <p:pic>
        <p:nvPicPr>
          <p:cNvPr id="4" name="Picture 3">
            <a:extLst>
              <a:ext uri="{FF2B5EF4-FFF2-40B4-BE49-F238E27FC236}">
                <a16:creationId xmlns:a16="http://schemas.microsoft.com/office/drawing/2014/main" id="{0868F77C-66CF-F7AB-7323-7C2D2F415B5E}"/>
              </a:ext>
            </a:extLst>
          </p:cNvPr>
          <p:cNvPicPr>
            <a:picLocks noChangeAspect="1"/>
          </p:cNvPicPr>
          <p:nvPr/>
        </p:nvPicPr>
        <p:blipFill>
          <a:blip r:embed="rId3"/>
          <a:stretch>
            <a:fillRect/>
          </a:stretch>
        </p:blipFill>
        <p:spPr>
          <a:xfrm>
            <a:off x="5508946" y="700699"/>
            <a:ext cx="5448614" cy="5910362"/>
          </a:xfrm>
          <a:prstGeom prst="rect">
            <a:avLst/>
          </a:prstGeom>
        </p:spPr>
      </p:pic>
      <p:sp>
        <p:nvSpPr>
          <p:cNvPr id="6" name="Arrow: Right 5">
            <a:extLst>
              <a:ext uri="{FF2B5EF4-FFF2-40B4-BE49-F238E27FC236}">
                <a16:creationId xmlns:a16="http://schemas.microsoft.com/office/drawing/2014/main" id="{3A489F2A-9395-72D5-4959-339DAEC1D7C4}"/>
              </a:ext>
            </a:extLst>
          </p:cNvPr>
          <p:cNvSpPr/>
          <p:nvPr/>
        </p:nvSpPr>
        <p:spPr>
          <a:xfrm>
            <a:off x="2987040" y="3429000"/>
            <a:ext cx="2316480"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924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6F4C-08CA-B0ED-7EC0-D38BFC550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6F163-5299-47BD-6C51-12422584DCA3}"/>
              </a:ext>
            </a:extLst>
          </p:cNvPr>
          <p:cNvSpPr>
            <a:spLocks noGrp="1"/>
          </p:cNvSpPr>
          <p:nvPr>
            <p:ph type="title"/>
          </p:nvPr>
        </p:nvSpPr>
        <p:spPr>
          <a:xfrm>
            <a:off x="838200" y="365125"/>
            <a:ext cx="10515600" cy="1094203"/>
          </a:xfrm>
        </p:spPr>
        <p:txBody>
          <a:bodyPr/>
          <a:lstStyle/>
          <a:p>
            <a:r>
              <a:rPr lang="en-US" dirty="0"/>
              <a:t>Hard reset password – ADMIN ONLY</a:t>
            </a:r>
          </a:p>
        </p:txBody>
      </p:sp>
      <p:pic>
        <p:nvPicPr>
          <p:cNvPr id="4" name="Picture 3">
            <a:extLst>
              <a:ext uri="{FF2B5EF4-FFF2-40B4-BE49-F238E27FC236}">
                <a16:creationId xmlns:a16="http://schemas.microsoft.com/office/drawing/2014/main" id="{B88EBB00-F7CF-CB45-E861-8AC3625CB97A}"/>
              </a:ext>
            </a:extLst>
          </p:cNvPr>
          <p:cNvPicPr>
            <a:picLocks noChangeAspect="1"/>
          </p:cNvPicPr>
          <p:nvPr/>
        </p:nvPicPr>
        <p:blipFill>
          <a:blip r:embed="rId2"/>
          <a:stretch>
            <a:fillRect/>
          </a:stretch>
        </p:blipFill>
        <p:spPr>
          <a:xfrm>
            <a:off x="838200" y="1356019"/>
            <a:ext cx="4617720" cy="5009053"/>
          </a:xfrm>
          <a:prstGeom prst="rect">
            <a:avLst/>
          </a:prstGeom>
        </p:spPr>
      </p:pic>
      <p:pic>
        <p:nvPicPr>
          <p:cNvPr id="8" name="Picture 7">
            <a:extLst>
              <a:ext uri="{FF2B5EF4-FFF2-40B4-BE49-F238E27FC236}">
                <a16:creationId xmlns:a16="http://schemas.microsoft.com/office/drawing/2014/main" id="{B38EDC78-C25F-FDFA-08B0-DEAEC32D1146}"/>
              </a:ext>
            </a:extLst>
          </p:cNvPr>
          <p:cNvPicPr>
            <a:picLocks noChangeAspect="1"/>
          </p:cNvPicPr>
          <p:nvPr/>
        </p:nvPicPr>
        <p:blipFill>
          <a:blip r:embed="rId3"/>
          <a:stretch>
            <a:fillRect/>
          </a:stretch>
        </p:blipFill>
        <p:spPr>
          <a:xfrm>
            <a:off x="5697444" y="1590418"/>
            <a:ext cx="5887272" cy="3677163"/>
          </a:xfrm>
          <a:prstGeom prst="rect">
            <a:avLst/>
          </a:prstGeom>
        </p:spPr>
      </p:pic>
      <p:pic>
        <p:nvPicPr>
          <p:cNvPr id="10" name="Picture 9">
            <a:extLst>
              <a:ext uri="{FF2B5EF4-FFF2-40B4-BE49-F238E27FC236}">
                <a16:creationId xmlns:a16="http://schemas.microsoft.com/office/drawing/2014/main" id="{4F206DAE-0EB2-37D1-4F5B-829B5A30C6F2}"/>
              </a:ext>
            </a:extLst>
          </p:cNvPr>
          <p:cNvPicPr>
            <a:picLocks noChangeAspect="1"/>
          </p:cNvPicPr>
          <p:nvPr/>
        </p:nvPicPr>
        <p:blipFill>
          <a:blip r:embed="rId4"/>
          <a:stretch>
            <a:fillRect/>
          </a:stretch>
        </p:blipFill>
        <p:spPr>
          <a:xfrm>
            <a:off x="8412448" y="5444392"/>
            <a:ext cx="3172268" cy="1076475"/>
          </a:xfrm>
          <a:prstGeom prst="rect">
            <a:avLst/>
          </a:prstGeom>
        </p:spPr>
      </p:pic>
      <p:sp>
        <p:nvSpPr>
          <p:cNvPr id="11" name="Arrow: Right 10">
            <a:extLst>
              <a:ext uri="{FF2B5EF4-FFF2-40B4-BE49-F238E27FC236}">
                <a16:creationId xmlns:a16="http://schemas.microsoft.com/office/drawing/2014/main" id="{FE1BA60B-7973-0C5E-B39D-081A413E8415}"/>
              </a:ext>
            </a:extLst>
          </p:cNvPr>
          <p:cNvSpPr/>
          <p:nvPr/>
        </p:nvSpPr>
        <p:spPr>
          <a:xfrm rot="5400000">
            <a:off x="8202073" y="4327969"/>
            <a:ext cx="2031624"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1FF26924-A535-83BE-9FE3-342B5E79CB1D}"/>
              </a:ext>
            </a:extLst>
          </p:cNvPr>
          <p:cNvSpPr/>
          <p:nvPr/>
        </p:nvSpPr>
        <p:spPr>
          <a:xfrm rot="529019">
            <a:off x="5386717" y="2456172"/>
            <a:ext cx="2743200" cy="48768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9178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Text Placeholder 1"/>
          <p:cNvSpPr txBox="1">
            <a:spLocks noGrp="1"/>
          </p:cNvSpPr>
          <p:nvPr>
            <p:ph type="body" sz="quarter" idx="1"/>
          </p:nvPr>
        </p:nvSpPr>
        <p:spPr>
          <a:xfrm>
            <a:off x="2696751" y="2183944"/>
            <a:ext cx="7256955" cy="687136"/>
          </a:xfrm>
          <a:prstGeom prst="rect">
            <a:avLst/>
          </a:prstGeom>
        </p:spPr>
        <p:txBody>
          <a:bodyPr>
            <a:normAutofit lnSpcReduction="10000"/>
          </a:bodyPr>
          <a:lstStyle>
            <a:lvl1pPr defTabSz="896111">
              <a:lnSpc>
                <a:spcPct val="100000"/>
              </a:lnSpc>
              <a:spcBef>
                <a:spcPts val="0"/>
              </a:spcBef>
              <a:defRPr sz="4000" b="1">
                <a:solidFill>
                  <a:srgbClr val="7030A0"/>
                </a:solidFill>
                <a:latin typeface="+mn-lt"/>
                <a:ea typeface="+mn-ea"/>
                <a:cs typeface="+mn-cs"/>
                <a:sym typeface="Calibri"/>
              </a:defRPr>
            </a:lvl1pPr>
          </a:lstStyle>
          <a:p>
            <a:r>
              <a:rPr dirty="0"/>
              <a:t>THANK YOU</a:t>
            </a:r>
          </a:p>
        </p:txBody>
      </p:sp>
      <p:grpSp>
        <p:nvGrpSpPr>
          <p:cNvPr id="531" name="Group"/>
          <p:cNvGrpSpPr/>
          <p:nvPr/>
        </p:nvGrpSpPr>
        <p:grpSpPr>
          <a:xfrm>
            <a:off x="2555551" y="2754570"/>
            <a:ext cx="7539354" cy="1633320"/>
            <a:chOff x="0" y="0"/>
            <a:chExt cx="7539353" cy="1633319"/>
          </a:xfrm>
        </p:grpSpPr>
        <p:sp>
          <p:nvSpPr>
            <p:cNvPr id="521" name="TextBox 5"/>
            <p:cNvSpPr txBox="1"/>
            <p:nvPr/>
          </p:nvSpPr>
          <p:spPr>
            <a:xfrm>
              <a:off x="0" y="0"/>
              <a:ext cx="7539354" cy="12217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p>
              <a:pPr algn="ctr">
                <a:defRPr sz="2400" b="1">
                  <a:solidFill>
                    <a:srgbClr val="7030A0"/>
                  </a:solidFill>
                  <a:latin typeface="Open Sans Bold"/>
                  <a:ea typeface="Open Sans Bold"/>
                  <a:cs typeface="Open Sans Bold"/>
                  <a:sym typeface="Open Sans Bold"/>
                </a:defRPr>
              </a:pPr>
              <a:r>
                <a:rPr dirty="0"/>
                <a:t>Contact us</a:t>
              </a:r>
              <a:endParaRPr dirty="0">
                <a:latin typeface="Open Sans"/>
                <a:ea typeface="Open Sans"/>
                <a:cs typeface="Open Sans"/>
                <a:sym typeface="Open Sans"/>
              </a:endParaRPr>
            </a:p>
            <a:p>
              <a:pPr algn="ctr">
                <a:defRPr>
                  <a:latin typeface="Open Sans"/>
                  <a:ea typeface="Open Sans"/>
                  <a:cs typeface="Open Sans"/>
                  <a:sym typeface="Open Sans"/>
                </a:defRPr>
              </a:pPr>
              <a:r>
                <a:rPr dirty="0"/>
                <a:t>  </a:t>
              </a:r>
              <a:r>
                <a:rPr b="1" dirty="0"/>
                <a:t>www.lvcthealth.org   www.lvctgroup.org   www.one2onekenya.org</a:t>
              </a:r>
            </a:p>
          </p:txBody>
        </p:sp>
        <p:pic>
          <p:nvPicPr>
            <p:cNvPr id="522" name="Picture 6" descr="Picture 6"/>
            <p:cNvPicPr>
              <a:picLocks noChangeAspect="1"/>
            </p:cNvPicPr>
            <p:nvPr/>
          </p:nvPicPr>
          <p:blipFill>
            <a:blip r:embed="rId2"/>
            <a:srcRect l="3725" r="70336" b="8934"/>
            <a:stretch>
              <a:fillRect/>
            </a:stretch>
          </p:blipFill>
          <p:spPr>
            <a:xfrm>
              <a:off x="3793344" y="1325345"/>
              <a:ext cx="248842" cy="249636"/>
            </a:xfrm>
            <a:custGeom>
              <a:avLst/>
              <a:gdLst/>
              <a:ahLst/>
              <a:cxnLst>
                <a:cxn ang="0">
                  <a:pos x="wd2" y="hd2"/>
                </a:cxn>
                <a:cxn ang="5400000">
                  <a:pos x="wd2" y="hd2"/>
                </a:cxn>
                <a:cxn ang="10800000">
                  <a:pos x="wd2" y="hd2"/>
                </a:cxn>
                <a:cxn ang="16200000">
                  <a:pos x="wd2" y="hd2"/>
                </a:cxn>
              </a:cxnLst>
              <a:rect l="0" t="0" r="r" b="b"/>
              <a:pathLst>
                <a:path w="21600" h="21600" extrusionOk="0">
                  <a:moveTo>
                    <a:pt x="10817" y="0"/>
                  </a:moveTo>
                  <a:cubicBezTo>
                    <a:pt x="4851" y="0"/>
                    <a:pt x="0" y="4820"/>
                    <a:pt x="0" y="10783"/>
                  </a:cubicBezTo>
                  <a:cubicBezTo>
                    <a:pt x="0" y="16746"/>
                    <a:pt x="4851" y="21600"/>
                    <a:pt x="10817" y="21600"/>
                  </a:cubicBezTo>
                  <a:cubicBezTo>
                    <a:pt x="16784" y="21600"/>
                    <a:pt x="21600" y="16746"/>
                    <a:pt x="21600" y="10783"/>
                  </a:cubicBezTo>
                  <a:cubicBezTo>
                    <a:pt x="21600" y="4820"/>
                    <a:pt x="16784" y="0"/>
                    <a:pt x="10817" y="0"/>
                  </a:cubicBezTo>
                  <a:close/>
                </a:path>
              </a:pathLst>
            </a:custGeom>
            <a:ln w="12700" cap="flat">
              <a:noFill/>
              <a:miter lim="400000"/>
            </a:ln>
            <a:effectLst/>
          </p:spPr>
        </p:pic>
        <p:grpSp>
          <p:nvGrpSpPr>
            <p:cNvPr id="530" name="Group 16"/>
            <p:cNvGrpSpPr/>
            <p:nvPr/>
          </p:nvGrpSpPr>
          <p:grpSpPr>
            <a:xfrm>
              <a:off x="549716" y="1267003"/>
              <a:ext cx="6736097" cy="366317"/>
              <a:chOff x="-1" y="-1"/>
              <a:chExt cx="6736096" cy="366315"/>
            </a:xfrm>
          </p:grpSpPr>
          <p:pic>
            <p:nvPicPr>
              <p:cNvPr id="523" name="Picture 4" descr="Picture 4"/>
              <p:cNvPicPr>
                <a:picLocks noChangeAspect="1"/>
              </p:cNvPicPr>
              <p:nvPr/>
            </p:nvPicPr>
            <p:blipFill>
              <a:blip r:embed="rId2"/>
              <a:srcRect l="72042" t="7407" r="4771" b="7431"/>
              <a:stretch>
                <a:fillRect/>
              </a:stretch>
            </p:blipFill>
            <p:spPr>
              <a:xfrm>
                <a:off x="1849123" y="69217"/>
                <a:ext cx="266701" cy="2805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49"/>
                      <a:pt x="0" y="10815"/>
                    </a:cubicBezTo>
                    <a:cubicBezTo>
                      <a:pt x="0" y="16782"/>
                      <a:pt x="4835" y="21600"/>
                      <a:pt x="10800" y="21600"/>
                    </a:cubicBezTo>
                    <a:cubicBezTo>
                      <a:pt x="16765" y="21600"/>
                      <a:pt x="21600" y="16782"/>
                      <a:pt x="21600" y="10815"/>
                    </a:cubicBezTo>
                    <a:cubicBezTo>
                      <a:pt x="21600" y="4849"/>
                      <a:pt x="16765" y="0"/>
                      <a:pt x="10800" y="0"/>
                    </a:cubicBezTo>
                    <a:close/>
                  </a:path>
                </a:pathLst>
              </a:custGeom>
              <a:ln w="12700" cap="flat">
                <a:noFill/>
                <a:miter lim="400000"/>
              </a:ln>
              <a:effectLst/>
            </p:spPr>
          </p:pic>
          <p:pic>
            <p:nvPicPr>
              <p:cNvPr id="524" name="Picture 7" descr="Picture 7"/>
              <p:cNvPicPr>
                <a:picLocks noChangeAspect="1"/>
              </p:cNvPicPr>
              <p:nvPr/>
            </p:nvPicPr>
            <p:blipFill>
              <a:blip r:embed="rId2"/>
              <a:srcRect l="38254" t="9556" r="38342" b="9243"/>
              <a:stretch>
                <a:fillRect/>
              </a:stretch>
            </p:blipFill>
            <p:spPr>
              <a:xfrm>
                <a:off x="-2" y="69217"/>
                <a:ext cx="250033" cy="24844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2" y="0"/>
                      <a:pt x="0" y="4839"/>
                      <a:pt x="0" y="10800"/>
                    </a:cubicBezTo>
                    <a:cubicBezTo>
                      <a:pt x="0" y="16761"/>
                      <a:pt x="4832" y="21600"/>
                      <a:pt x="10800" y="21600"/>
                    </a:cubicBezTo>
                    <a:cubicBezTo>
                      <a:pt x="16768" y="21600"/>
                      <a:pt x="21600" y="16761"/>
                      <a:pt x="21600" y="10800"/>
                    </a:cubicBezTo>
                    <a:cubicBezTo>
                      <a:pt x="21600" y="4839"/>
                      <a:pt x="16768" y="0"/>
                      <a:pt x="10800" y="0"/>
                    </a:cubicBezTo>
                    <a:close/>
                  </a:path>
                </a:pathLst>
              </a:custGeom>
              <a:ln w="12700" cap="flat">
                <a:noFill/>
                <a:miter lim="400000"/>
              </a:ln>
              <a:effectLst/>
            </p:spPr>
          </p:pic>
          <p:sp>
            <p:nvSpPr>
              <p:cNvPr id="525" name="Rectangle 9"/>
              <p:cNvSpPr txBox="1"/>
              <p:nvPr/>
            </p:nvSpPr>
            <p:spPr>
              <a:xfrm>
                <a:off x="360046" y="60327"/>
                <a:ext cx="1286520"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p>
                <a:pPr>
                  <a:defRPr sz="1400" b="1" cap="all">
                    <a:latin typeface="Open Sans"/>
                    <a:ea typeface="Open Sans"/>
                    <a:cs typeface="Open Sans"/>
                    <a:sym typeface="Open Sans"/>
                  </a:defRPr>
                </a:pPr>
                <a:r>
                  <a:rPr dirty="0"/>
                  <a:t>@</a:t>
                </a:r>
                <a:r>
                  <a:rPr b="0" cap="none" dirty="0"/>
                  <a:t>LVCTKenya </a:t>
                </a:r>
              </a:p>
            </p:txBody>
          </p:sp>
          <p:sp>
            <p:nvSpPr>
              <p:cNvPr id="526" name="Rectangle 9"/>
              <p:cNvSpPr txBox="1"/>
              <p:nvPr/>
            </p:nvSpPr>
            <p:spPr>
              <a:xfrm>
                <a:off x="2223138" y="7620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@lvctKe </a:t>
                </a:r>
              </a:p>
            </p:txBody>
          </p:sp>
          <p:sp>
            <p:nvSpPr>
              <p:cNvPr id="527" name="Rectangle 9"/>
              <p:cNvSpPr txBox="1"/>
              <p:nvPr/>
            </p:nvSpPr>
            <p:spPr>
              <a:xfrm>
                <a:off x="3509650" y="5969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 </a:t>
                </a:r>
                <a:r>
                  <a:rPr dirty="0" err="1"/>
                  <a:t>LVCTHealth</a:t>
                </a:r>
                <a:r>
                  <a:rPr dirty="0"/>
                  <a:t>  </a:t>
                </a:r>
              </a:p>
            </p:txBody>
          </p:sp>
          <p:pic>
            <p:nvPicPr>
              <p:cNvPr id="528" name="Picture 14" descr="Picture 14"/>
              <p:cNvPicPr>
                <a:picLocks noChangeAspect="1"/>
              </p:cNvPicPr>
              <p:nvPr/>
            </p:nvPicPr>
            <p:blipFill>
              <a:blip r:embed="rId3"/>
              <a:srcRect l="20414" t="52843" r="62763" b="26555"/>
              <a:stretch>
                <a:fillRect/>
              </a:stretch>
            </p:blipFill>
            <p:spPr>
              <a:xfrm>
                <a:off x="4885696" y="-2"/>
                <a:ext cx="395686" cy="366317"/>
              </a:xfrm>
              <a:custGeom>
                <a:avLst/>
                <a:gdLst/>
                <a:ahLst/>
                <a:cxnLst>
                  <a:cxn ang="0">
                    <a:pos x="wd2" y="hd2"/>
                  </a:cxn>
                  <a:cxn ang="5400000">
                    <a:pos x="wd2" y="hd2"/>
                  </a:cxn>
                  <a:cxn ang="10800000">
                    <a:pos x="wd2" y="hd2"/>
                  </a:cxn>
                  <a:cxn ang="16200000">
                    <a:pos x="wd2" y="hd2"/>
                  </a:cxn>
                </a:cxnLst>
                <a:rect l="0" t="0" r="r" b="b"/>
                <a:pathLst>
                  <a:path w="21600" h="21600" extrusionOk="0">
                    <a:moveTo>
                      <a:pt x="3336" y="0"/>
                    </a:moveTo>
                    <a:cubicBezTo>
                      <a:pt x="1495" y="0"/>
                      <a:pt x="0" y="1615"/>
                      <a:pt x="0" y="3604"/>
                    </a:cubicBezTo>
                    <a:lnTo>
                      <a:pt x="0" y="17996"/>
                    </a:lnTo>
                    <a:cubicBezTo>
                      <a:pt x="0" y="19985"/>
                      <a:pt x="1495" y="21600"/>
                      <a:pt x="3336" y="21600"/>
                    </a:cubicBezTo>
                    <a:lnTo>
                      <a:pt x="18264" y="21600"/>
                    </a:lnTo>
                    <a:cubicBezTo>
                      <a:pt x="20105" y="21600"/>
                      <a:pt x="21600" y="19985"/>
                      <a:pt x="21600" y="17996"/>
                    </a:cubicBezTo>
                    <a:lnTo>
                      <a:pt x="21600" y="3604"/>
                    </a:lnTo>
                    <a:cubicBezTo>
                      <a:pt x="21600" y="1615"/>
                      <a:pt x="20105" y="0"/>
                      <a:pt x="18264" y="0"/>
                    </a:cubicBezTo>
                    <a:lnTo>
                      <a:pt x="3336" y="0"/>
                    </a:lnTo>
                    <a:close/>
                  </a:path>
                </a:pathLst>
              </a:custGeom>
              <a:ln w="12700" cap="flat">
                <a:noFill/>
                <a:miter lim="400000"/>
              </a:ln>
              <a:effectLst/>
            </p:spPr>
          </p:pic>
          <p:sp>
            <p:nvSpPr>
              <p:cNvPr id="529" name="Rectangle 9"/>
              <p:cNvSpPr txBox="1"/>
              <p:nvPr/>
            </p:nvSpPr>
            <p:spPr>
              <a:xfrm>
                <a:off x="5449578" y="5969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t> TheLVCT</a:t>
                </a:r>
              </a:p>
            </p:txBody>
          </p:sp>
        </p:grpSp>
      </p:gr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B45186E328FC649B51464FD47890C2C" ma:contentTypeVersion="18" ma:contentTypeDescription="Create a new document." ma:contentTypeScope="" ma:versionID="807dab642be66d37d10e00fd4b887dee">
  <xsd:schema xmlns:xsd="http://www.w3.org/2001/XMLSchema" xmlns:xs="http://www.w3.org/2001/XMLSchema" xmlns:p="http://schemas.microsoft.com/office/2006/metadata/properties" xmlns:ns3="251fd010-b742-4811-9588-b4703d2012cb" xmlns:ns4="77d4576e-d9d6-4da1-8360-e2ad9ef4ca05" targetNamespace="http://schemas.microsoft.com/office/2006/metadata/properties" ma:root="true" ma:fieldsID="f06c76f61223f66e3b87cb3fcc6a352d" ns3:_="" ns4:_="">
    <xsd:import namespace="251fd010-b742-4811-9588-b4703d2012cb"/>
    <xsd:import namespace="77d4576e-d9d6-4da1-8360-e2ad9ef4ca0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fd010-b742-4811-9588-b4703d2012c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7d4576e-d9d6-4da1-8360-e2ad9ef4ca0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51fd010-b742-4811-9588-b4703d2012cb" xsi:nil="true"/>
  </documentManagement>
</p:properties>
</file>

<file path=customXml/itemProps1.xml><?xml version="1.0" encoding="utf-8"?>
<ds:datastoreItem xmlns:ds="http://schemas.openxmlformats.org/officeDocument/2006/customXml" ds:itemID="{0D9F3E59-ADB1-4690-9E3F-FC7B6EA73BA8}">
  <ds:schemaRefs>
    <ds:schemaRef ds:uri="http://schemas.microsoft.com/sharepoint/v3/contenttype/forms"/>
  </ds:schemaRefs>
</ds:datastoreItem>
</file>

<file path=customXml/itemProps2.xml><?xml version="1.0" encoding="utf-8"?>
<ds:datastoreItem xmlns:ds="http://schemas.openxmlformats.org/officeDocument/2006/customXml" ds:itemID="{AA426EF8-8E40-44D2-A4A6-55E0597503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fd010-b742-4811-9588-b4703d2012cb"/>
    <ds:schemaRef ds:uri="77d4576e-d9d6-4da1-8360-e2ad9ef4c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5D77DB-F3EA-452D-8C5B-7EC3AC5D8960}">
  <ds:schemaRefs>
    <ds:schemaRef ds:uri="http://schemas.microsoft.com/office/infopath/2007/PartnerControls"/>
    <ds:schemaRef ds:uri="http://purl.org/dc/dcmitype/"/>
    <ds:schemaRef ds:uri="77d4576e-d9d6-4da1-8360-e2ad9ef4ca05"/>
    <ds:schemaRef ds:uri="http://schemas.microsoft.com/office/2006/documentManagement/types"/>
    <ds:schemaRef ds:uri="http://purl.org/dc/elements/1.1/"/>
    <ds:schemaRef ds:uri="http://schemas.openxmlformats.org/package/2006/metadata/core-properties"/>
    <ds:schemaRef ds:uri="251fd010-b742-4811-9588-b4703d2012cb"/>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11936</TotalTime>
  <Words>115</Words>
  <Application>Microsoft Office PowerPoint</Application>
  <PresentationFormat>Widescreen</PresentationFormat>
  <Paragraphs>30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Montserrat Bold</vt:lpstr>
      <vt:lpstr>Open Sans</vt:lpstr>
      <vt:lpstr>Office Theme</vt:lpstr>
      <vt:lpstr>PowerPoint Presentation</vt:lpstr>
      <vt:lpstr>Facility setup</vt:lpstr>
      <vt:lpstr>PowerPoint Presentation</vt:lpstr>
      <vt:lpstr>Add New Facility</vt:lpstr>
      <vt:lpstr>View users</vt:lpstr>
      <vt:lpstr>Add users</vt:lpstr>
      <vt:lpstr>Admin password reset</vt:lpstr>
      <vt:lpstr>Activity 1</vt:lpstr>
      <vt:lpstr>Create user</vt:lpstr>
      <vt:lpstr>View your profile</vt:lpstr>
      <vt:lpstr>View profile</vt:lpstr>
      <vt:lpstr>View profile</vt:lpstr>
      <vt:lpstr>View profile</vt:lpstr>
      <vt:lpstr>Hard reset password – ADMIN ONLY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Robinson Karuga</dc:creator>
  <cp:lastModifiedBy>Dr Lyani Simon Sitti</cp:lastModifiedBy>
  <cp:revision>118</cp:revision>
  <cp:lastPrinted>2025-10-08T07:58:12Z</cp:lastPrinted>
  <dcterms:created xsi:type="dcterms:W3CDTF">2023-05-15T05:21:53Z</dcterms:created>
  <dcterms:modified xsi:type="dcterms:W3CDTF">2025-10-21T16:19:49Z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0x0101003B45186E328FC649B51464FD47890C2C</vt:lpwstr>
  </property>
</Properties>
</file>